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62.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18.xml"/>
  <Override ContentType="application/vnd.openxmlformats-officedocument.presentationml.slideLayout+xml" PartName="/ppt/slideLayouts/slideLayout5.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4.xml"/>
  <Override ContentType="application/vnd.openxmlformats-officedocument.presentationml.slideMaster+xml" PartName="/ppt/slideMasters/slideMaster1.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43.xml"/>
  <Override ContentType="application/vnd.openxmlformats-officedocument.presentationml.slide+xml" PartName="/ppt/slides/slide1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42.xml"/>
  <Override ContentType="application/vnd.openxmlformats-officedocument.presentationml.slide+xml" PartName="/ppt/slides/slide17.xml"/>
  <Override ContentType="application/vnd.openxmlformats-officedocument.presentationml.slide+xml" PartName="/ppt/slides/slide50.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53.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56.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46.xml"/>
  <Override ContentType="application/vnd.openxmlformats-officedocument.presentationml.slide+xml" PartName="/ppt/slides/slide38.xml"/>
  <Override ContentType="application/vnd.openxmlformats-officedocument.presentationml.slide+xml" PartName="/ppt/slides/slide64.xml"/>
  <Override ContentType="application/vnd.openxmlformats-officedocument.presentationml.slide+xml" PartName="/ppt/slides/slide55.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62.xml"/>
  <Override ContentType="application/vnd.openxmlformats-officedocument.presentationml.slide+xml" PartName="/ppt/slides/slide32.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57.xml"/>
  <Override ContentType="application/vnd.openxmlformats-officedocument.presentationml.slide+xml" PartName="/ppt/slides/slide27.xml"/>
  <Override ContentType="application/vnd.openxmlformats-officedocument.presentationml.slide+xml" PartName="/ppt/slides/slide44.xml"/>
  <Override ContentType="application/vnd.openxmlformats-officedocument.presentationml.slide+xml" PartName="/ppt/slides/slide2.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48" r:id="rId3"/>
    <p:sldMasterId id="2147483660" r:id="rId4"/>
    <p:sldMasterId id="2147483661" r:id="rId5"/>
    <p:sldMasterId id="2147483662" r:id="rId6"/>
    <p:sldMasterId id="2147483663" r:id="rId7"/>
    <p:sldMasterId id="2147483664"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Master" Target="slideMasters/slideMaster6.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73" Type="http://schemas.openxmlformats.org/officeDocument/2006/relationships/slide" Target="slides/slide64.xml"/><Relationship Id="rId72" Type="http://schemas.openxmlformats.org/officeDocument/2006/relationships/slide" Target="slides/slide63.xml"/><Relationship Id="rId31" Type="http://schemas.openxmlformats.org/officeDocument/2006/relationships/slide" Target="slides/slide22.xml"/><Relationship Id="rId75" Type="http://schemas.openxmlformats.org/officeDocument/2006/relationships/slide" Target="slides/slide66.xml"/><Relationship Id="rId30" Type="http://schemas.openxmlformats.org/officeDocument/2006/relationships/slide" Target="slides/slide21.xml"/><Relationship Id="rId74" Type="http://schemas.openxmlformats.org/officeDocument/2006/relationships/slide" Target="slides/slide65.xml"/><Relationship Id="rId33" Type="http://schemas.openxmlformats.org/officeDocument/2006/relationships/slide" Target="slides/slide24.xml"/><Relationship Id="rId77" Type="http://schemas.openxmlformats.org/officeDocument/2006/relationships/slide" Target="slides/slide68.xml"/><Relationship Id="rId32" Type="http://schemas.openxmlformats.org/officeDocument/2006/relationships/slide" Target="slides/slide23.xml"/><Relationship Id="rId76" Type="http://schemas.openxmlformats.org/officeDocument/2006/relationships/slide" Target="slides/slide67.xml"/><Relationship Id="rId35" Type="http://schemas.openxmlformats.org/officeDocument/2006/relationships/slide" Target="slides/slide26.xml"/><Relationship Id="rId79" Type="http://schemas.openxmlformats.org/officeDocument/2006/relationships/slide" Target="slides/slide70.xml"/><Relationship Id="rId34" Type="http://schemas.openxmlformats.org/officeDocument/2006/relationships/slide" Target="slides/slide25.xml"/><Relationship Id="rId78" Type="http://schemas.openxmlformats.org/officeDocument/2006/relationships/slide" Target="slides/slide69.xml"/><Relationship Id="rId71" Type="http://schemas.openxmlformats.org/officeDocument/2006/relationships/slide" Target="slides/slide62.xml"/><Relationship Id="rId70" Type="http://schemas.openxmlformats.org/officeDocument/2006/relationships/slide" Target="slides/slide61.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2" Type="http://schemas.openxmlformats.org/officeDocument/2006/relationships/slide" Target="slides/slide53.xml"/><Relationship Id="rId61" Type="http://schemas.openxmlformats.org/officeDocument/2006/relationships/slide" Target="slides/slide52.xml"/><Relationship Id="rId20" Type="http://schemas.openxmlformats.org/officeDocument/2006/relationships/slide" Target="slides/slide11.xml"/><Relationship Id="rId64" Type="http://schemas.openxmlformats.org/officeDocument/2006/relationships/slide" Target="slides/slide55.xml"/><Relationship Id="rId63" Type="http://schemas.openxmlformats.org/officeDocument/2006/relationships/slide" Target="slides/slide54.xml"/><Relationship Id="rId22" Type="http://schemas.openxmlformats.org/officeDocument/2006/relationships/slide" Target="slides/slide13.xml"/><Relationship Id="rId66" Type="http://schemas.openxmlformats.org/officeDocument/2006/relationships/slide" Target="slides/slide57.xml"/><Relationship Id="rId21" Type="http://schemas.openxmlformats.org/officeDocument/2006/relationships/slide" Target="slides/slide12.xml"/><Relationship Id="rId65" Type="http://schemas.openxmlformats.org/officeDocument/2006/relationships/slide" Target="slides/slide56.xml"/><Relationship Id="rId24" Type="http://schemas.openxmlformats.org/officeDocument/2006/relationships/slide" Target="slides/slide15.xml"/><Relationship Id="rId68" Type="http://schemas.openxmlformats.org/officeDocument/2006/relationships/slide" Target="slides/slide59.xml"/><Relationship Id="rId23" Type="http://schemas.openxmlformats.org/officeDocument/2006/relationships/slide" Target="slides/slide14.xml"/><Relationship Id="rId67" Type="http://schemas.openxmlformats.org/officeDocument/2006/relationships/slide" Target="slides/slide58.xml"/><Relationship Id="rId60" Type="http://schemas.openxmlformats.org/officeDocument/2006/relationships/slide" Target="slides/slide51.xml"/><Relationship Id="rId26" Type="http://schemas.openxmlformats.org/officeDocument/2006/relationships/slide" Target="slides/slide17.xml"/><Relationship Id="rId25" Type="http://schemas.openxmlformats.org/officeDocument/2006/relationships/slide" Target="slides/slide16.xml"/><Relationship Id="rId69" Type="http://schemas.openxmlformats.org/officeDocument/2006/relationships/slide" Target="slides/slide60.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slide" Target="slides/slide46.xml"/><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slide" Target="slides/slide48.xml"/><Relationship Id="rId12" Type="http://schemas.openxmlformats.org/officeDocument/2006/relationships/slide" Target="slides/slide3.xml"/><Relationship Id="rId56" Type="http://schemas.openxmlformats.org/officeDocument/2006/relationships/slide" Target="slides/slide47.xml"/><Relationship Id="rId15" Type="http://schemas.openxmlformats.org/officeDocument/2006/relationships/slide" Target="slides/slide6.xml"/><Relationship Id="rId59" Type="http://schemas.openxmlformats.org/officeDocument/2006/relationships/slide" Target="slides/slide50.xml"/><Relationship Id="rId14" Type="http://schemas.openxmlformats.org/officeDocument/2006/relationships/slide" Target="slides/slide5.xml"/><Relationship Id="rId58" Type="http://schemas.openxmlformats.org/officeDocument/2006/relationships/slide" Target="slides/slide49.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490F5C-B249-4153-9EE5-4D8A124ADC9A}" type="datetimeFigureOut">
              <a:rPr lang="en-US" smtClean="0"/>
              <a:t>2/11/2018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F21159-44E7-4A97-B6E5-9488D696C80C}" type="slidenum">
              <a:rPr lang="en-US" smtClean="0"/>
              <a:t>‹#›</a:t>
            </a:fld>
            <a:endParaRPr lang="en-US"/>
          </a:p>
        </p:txBody>
      </p:sp>
    </p:spTree>
    <p:extLst>
      <p:ext uri="{BB962C8B-B14F-4D97-AF65-F5344CB8AC3E}">
        <p14:creationId xmlns:p14="http://schemas.microsoft.com/office/powerpoint/2010/main" val="110908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7411"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7</a:t>
            </a:r>
          </a:p>
        </p:txBody>
      </p:sp>
      <p:sp>
        <p:nvSpPr>
          <p:cNvPr id="17412"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7413"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7414" name="Rectangle 6"/>
          <p:cNvSpPr>
            <a:spLocks noGrp="1" noRot="1" noChangeAspect="1" noChangeArrowheads="1" noTextEdit="1"/>
          </p:cNvSpPr>
          <p:nvPr>
            <p:ph type="sldImg"/>
          </p:nvPr>
        </p:nvSpPr>
        <p:spPr>
          <a:xfrm>
            <a:off x="393700" y="692150"/>
            <a:ext cx="6070600" cy="3416300"/>
          </a:xfrm>
          <a:ln cap="flat"/>
        </p:spPr>
      </p:sp>
      <p:sp>
        <p:nvSpPr>
          <p:cNvPr id="17415" name="Rectangle 7"/>
          <p:cNvSpPr>
            <a:spLocks noGrp="1" noChangeArrowheads="1"/>
          </p:cNvSpPr>
          <p:nvPr>
            <p:ph type="body" idx="1"/>
          </p:nvPr>
        </p:nvSpPr>
        <p:spPr>
          <a:ln/>
        </p:spPr>
        <p:txBody>
          <a:bodyPr/>
          <a:lstStyle/>
          <a:p>
            <a:endParaRPr lang="en-GB" altLang="en-US"/>
          </a:p>
        </p:txBody>
      </p:sp>
    </p:spTree>
    <p:extLst>
      <p:ext uri="{BB962C8B-B14F-4D97-AF65-F5344CB8AC3E}">
        <p14:creationId xmlns:p14="http://schemas.microsoft.com/office/powerpoint/2010/main" val="2921263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459"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8</a:t>
            </a:r>
          </a:p>
        </p:txBody>
      </p:sp>
      <p:sp>
        <p:nvSpPr>
          <p:cNvPr id="19460"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461"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9462" name="Rectangle 6"/>
          <p:cNvSpPr>
            <a:spLocks noGrp="1" noRot="1" noChangeAspect="1" noChangeArrowheads="1" noTextEdit="1"/>
          </p:cNvSpPr>
          <p:nvPr>
            <p:ph type="sldImg"/>
          </p:nvPr>
        </p:nvSpPr>
        <p:spPr>
          <a:xfrm>
            <a:off x="393700" y="692150"/>
            <a:ext cx="6070600" cy="3416300"/>
          </a:xfrm>
          <a:ln cap="flat"/>
        </p:spPr>
      </p:sp>
      <p:sp>
        <p:nvSpPr>
          <p:cNvPr id="19463" name="Rectangle 7"/>
          <p:cNvSpPr>
            <a:spLocks noGrp="1" noChangeArrowheads="1"/>
          </p:cNvSpPr>
          <p:nvPr>
            <p:ph type="body" idx="1"/>
          </p:nvPr>
        </p:nvSpPr>
        <p:spPr>
          <a:ln/>
        </p:spPr>
        <p:txBody>
          <a:bodyPr/>
          <a:lstStyle/>
          <a:p>
            <a:endParaRPr lang="en-GB" altLang="en-US"/>
          </a:p>
        </p:txBody>
      </p:sp>
    </p:spTree>
    <p:extLst>
      <p:ext uri="{BB962C8B-B14F-4D97-AF65-F5344CB8AC3E}">
        <p14:creationId xmlns:p14="http://schemas.microsoft.com/office/powerpoint/2010/main" val="3308732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150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9</a:t>
            </a:r>
          </a:p>
        </p:txBody>
      </p:sp>
      <p:sp>
        <p:nvSpPr>
          <p:cNvPr id="2150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150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1510" name="Rectangle 6"/>
          <p:cNvSpPr>
            <a:spLocks noGrp="1" noRot="1" noChangeAspect="1" noChangeArrowheads="1" noTextEdit="1"/>
          </p:cNvSpPr>
          <p:nvPr>
            <p:ph type="sldImg"/>
          </p:nvPr>
        </p:nvSpPr>
        <p:spPr>
          <a:xfrm>
            <a:off x="393700" y="692150"/>
            <a:ext cx="6070600" cy="3416300"/>
          </a:xfrm>
          <a:ln cap="flat"/>
        </p:spPr>
      </p:sp>
      <p:sp>
        <p:nvSpPr>
          <p:cNvPr id="21511" name="Rectangle 7"/>
          <p:cNvSpPr>
            <a:spLocks noGrp="1" noChangeArrowheads="1"/>
          </p:cNvSpPr>
          <p:nvPr>
            <p:ph type="body" idx="1"/>
          </p:nvPr>
        </p:nvSpPr>
        <p:spPr>
          <a:ln/>
        </p:spPr>
        <p:txBody>
          <a:bodyPr/>
          <a:lstStyle/>
          <a:p>
            <a:endParaRPr lang="en-GB" altLang="en-US"/>
          </a:p>
        </p:txBody>
      </p:sp>
    </p:spTree>
    <p:extLst>
      <p:ext uri="{BB962C8B-B14F-4D97-AF65-F5344CB8AC3E}">
        <p14:creationId xmlns:p14="http://schemas.microsoft.com/office/powerpoint/2010/main" val="2259530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3555"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10</a:t>
            </a:r>
          </a:p>
        </p:txBody>
      </p:sp>
      <p:sp>
        <p:nvSpPr>
          <p:cNvPr id="23556"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3557"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3558" name="Rectangle 6"/>
          <p:cNvSpPr>
            <a:spLocks noGrp="1" noRot="1" noChangeAspect="1" noChangeArrowheads="1" noTextEdit="1"/>
          </p:cNvSpPr>
          <p:nvPr>
            <p:ph type="sldImg"/>
          </p:nvPr>
        </p:nvSpPr>
        <p:spPr>
          <a:xfrm>
            <a:off x="393700" y="692150"/>
            <a:ext cx="6070600" cy="3416300"/>
          </a:xfrm>
          <a:ln cap="flat"/>
        </p:spPr>
      </p:sp>
      <p:sp>
        <p:nvSpPr>
          <p:cNvPr id="23559" name="Rectangle 7"/>
          <p:cNvSpPr>
            <a:spLocks noGrp="1" noChangeArrowheads="1"/>
          </p:cNvSpPr>
          <p:nvPr>
            <p:ph type="body" idx="1"/>
          </p:nvPr>
        </p:nvSpPr>
        <p:spPr>
          <a:ln/>
        </p:spPr>
        <p:txBody>
          <a:bodyPr/>
          <a:lstStyle/>
          <a:p>
            <a:endParaRPr lang="en-GB" altLang="en-US"/>
          </a:p>
        </p:txBody>
      </p:sp>
    </p:spTree>
    <p:extLst>
      <p:ext uri="{BB962C8B-B14F-4D97-AF65-F5344CB8AC3E}">
        <p14:creationId xmlns:p14="http://schemas.microsoft.com/office/powerpoint/2010/main" val="2107915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D2C6B31-55D1-493F-B54E-44A9B8511868}"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71362" name="Rectangle 2"/>
          <p:cNvSpPr>
            <a:spLocks noGrp="1" noRot="1" noChangeAspect="1" noChangeArrowheads="1" noTextEdit="1"/>
          </p:cNvSpPr>
          <p:nvPr>
            <p:ph type="sldImg"/>
          </p:nvPr>
        </p:nvSpPr>
        <p:spPr>
          <a:ln/>
        </p:spPr>
      </p:sp>
      <p:sp>
        <p:nvSpPr>
          <p:cNvPr id="2713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5849966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1747" name="Rectangle 3"/>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b"/>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rPr>
              <a:t>14</a:t>
            </a:r>
          </a:p>
        </p:txBody>
      </p:sp>
      <p:sp>
        <p:nvSpPr>
          <p:cNvPr id="31748" name="Rectangle 4"/>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1749" name="Rectangle 5"/>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31750" name="Rectangle 6"/>
          <p:cNvSpPr>
            <a:spLocks noGrp="1" noRot="1" noChangeAspect="1" noChangeArrowheads="1" noTextEdit="1"/>
          </p:cNvSpPr>
          <p:nvPr>
            <p:ph type="sldImg"/>
          </p:nvPr>
        </p:nvSpPr>
        <p:spPr>
          <a:xfrm>
            <a:off x="393700" y="692150"/>
            <a:ext cx="6070600" cy="3416300"/>
          </a:xfrm>
          <a:ln cap="flat"/>
        </p:spPr>
      </p:sp>
      <p:sp>
        <p:nvSpPr>
          <p:cNvPr id="31751" name="Rectangle 7"/>
          <p:cNvSpPr>
            <a:spLocks noGrp="1" noChangeArrowheads="1"/>
          </p:cNvSpPr>
          <p:nvPr>
            <p:ph type="body" idx="1"/>
          </p:nvPr>
        </p:nvSpPr>
        <p:spPr>
          <a:ln/>
        </p:spPr>
        <p:txBody>
          <a:bodyPr/>
          <a:lstStyle/>
          <a:p>
            <a:endParaRPr lang="en-GB" altLang="en-US"/>
          </a:p>
        </p:txBody>
      </p:sp>
    </p:spTree>
    <p:extLst>
      <p:ext uri="{BB962C8B-B14F-4D97-AF65-F5344CB8AC3E}">
        <p14:creationId xmlns:p14="http://schemas.microsoft.com/office/powerpoint/2010/main" val="75039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66788" rtl="0" eaLnBrk="0" fontAlgn="base" latinLnBrk="0" hangingPunct="0">
              <a:lnSpc>
                <a:spcPct val="100000"/>
              </a:lnSpc>
              <a:spcBef>
                <a:spcPct val="0"/>
              </a:spcBef>
              <a:spcAft>
                <a:spcPct val="0"/>
              </a:spcAft>
              <a:buClrTx/>
              <a:buSzTx/>
              <a:buFontTx/>
              <a:buNone/>
              <a:tabLst/>
              <a:defRPr/>
            </a:pPr>
            <a:fld id="{0FEB71D3-9E40-40A4-B0A2-27D19437450D}" type="slidenum">
              <a:rPr kumimoji="0" lang="en-US" altLang="en-US" sz="1200" b="0" i="0" u="none" strike="noStrike" kern="1200" cap="none" spc="0" normalizeH="0" baseline="0" noProof="0" smtClean="0">
                <a:ln>
                  <a:noFill/>
                </a:ln>
                <a:solidFill>
                  <a:srgbClr val="000000"/>
                </a:solidFill>
                <a:effectLst/>
                <a:uLnTx/>
                <a:uFillTx/>
                <a:latin typeface="Garamond" panose="02020404030301010803" pitchFamily="18" charset="0"/>
                <a:ea typeface="+mn-ea"/>
                <a:cs typeface="+mn-cs"/>
              </a:rPr>
              <a:pPr marL="0" marR="0" lvl="0" indent="0" algn="r" defTabSz="966788" rtl="0" eaLnBrk="0" fontAlgn="base" latinLnBrk="0" hangingPunct="0">
                <a:lnSpc>
                  <a:spcPct val="100000"/>
                </a:lnSpc>
                <a:spcBef>
                  <a:spcPct val="0"/>
                </a:spcBef>
                <a:spcAft>
                  <a:spcPct val="0"/>
                </a:spcAft>
                <a:buClrTx/>
                <a:buSzTx/>
                <a:buFontTx/>
                <a:buNone/>
                <a:tabLst/>
                <a:defRPr/>
              </a:pPr>
              <a:t>64</a:t>
            </a:fld>
            <a:endParaRPr kumimoji="0" lang="en-US" altLang="en-US" sz="1200" b="0" i="0" u="none" strike="noStrike" kern="1200" cap="none" spc="0" normalizeH="0" baseline="0" noProof="0">
              <a:ln>
                <a:noFill/>
              </a:ln>
              <a:solidFill>
                <a:srgbClr val="000000"/>
              </a:solidFill>
              <a:effectLst/>
              <a:uLnTx/>
              <a:uFillTx/>
              <a:latin typeface="Garamond" panose="02020404030301010803" pitchFamily="18" charset="0"/>
              <a:ea typeface="+mn-ea"/>
              <a:cs typeface="+mn-cs"/>
            </a:endParaRPr>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775039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FDA8A8D-6F06-4532-8D1F-B0D67FD705CF}" type="datetimeFigureOut">
              <a:rPr lang="en-US" smtClean="0"/>
              <a:t>2/11/2018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2031D-8EF6-41F0-834B-AC289E77E1A1}" type="slidenum">
              <a:rPr lang="en-US" smtClean="0"/>
              <a:t>‹#›</a:t>
            </a:fld>
            <a:endParaRPr lang="en-US"/>
          </a:p>
        </p:txBody>
      </p:sp>
    </p:spTree>
    <p:extLst>
      <p:ext uri="{BB962C8B-B14F-4D97-AF65-F5344CB8AC3E}">
        <p14:creationId xmlns:p14="http://schemas.microsoft.com/office/powerpoint/2010/main" val="2375387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DA8A8D-6F06-4532-8D1F-B0D67FD705CF}" type="datetimeFigureOut">
              <a:rPr lang="en-US" smtClean="0"/>
              <a:t>2/11/2018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2031D-8EF6-41F0-834B-AC289E77E1A1}" type="slidenum">
              <a:rPr lang="en-US" smtClean="0"/>
              <a:t>‹#›</a:t>
            </a:fld>
            <a:endParaRPr lang="en-US"/>
          </a:p>
        </p:txBody>
      </p:sp>
    </p:spTree>
    <p:extLst>
      <p:ext uri="{BB962C8B-B14F-4D97-AF65-F5344CB8AC3E}">
        <p14:creationId xmlns:p14="http://schemas.microsoft.com/office/powerpoint/2010/main" val="721547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FDA8A8D-6F06-4532-8D1F-B0D67FD705CF}" type="datetimeFigureOut">
              <a:rPr lang="en-US" smtClean="0"/>
              <a:t>2/11/2018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2031D-8EF6-41F0-834B-AC289E77E1A1}" type="slidenum">
              <a:rPr lang="en-US" smtClean="0"/>
              <a:t>‹#›</a:t>
            </a:fld>
            <a:endParaRPr lang="en-US"/>
          </a:p>
        </p:txBody>
      </p:sp>
    </p:spTree>
    <p:extLst>
      <p:ext uri="{BB962C8B-B14F-4D97-AF65-F5344CB8AC3E}">
        <p14:creationId xmlns:p14="http://schemas.microsoft.com/office/powerpoint/2010/main" val="1527448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DA8A8D-6F06-4532-8D1F-B0D67FD705CF}" type="datetimeFigureOut">
              <a:rPr lang="en-US" smtClean="0"/>
              <a:t>2/11/2018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22031D-8EF6-41F0-834B-AC289E77E1A1}" type="slidenum">
              <a:rPr lang="en-US" smtClean="0"/>
              <a:t>‹#›</a:t>
            </a:fld>
            <a:endParaRPr lang="en-US"/>
          </a:p>
        </p:txBody>
      </p:sp>
    </p:spTree>
    <p:extLst>
      <p:ext uri="{BB962C8B-B14F-4D97-AF65-F5344CB8AC3E}">
        <p14:creationId xmlns:p14="http://schemas.microsoft.com/office/powerpoint/2010/main" val="2956672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DA8A8D-6F06-4532-8D1F-B0D67FD705CF}" type="datetimeFigureOut">
              <a:rPr lang="en-US" smtClean="0"/>
              <a:t>2/11/2018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22031D-8EF6-41F0-834B-AC289E77E1A1}" type="slidenum">
              <a:rPr lang="en-US" smtClean="0"/>
              <a:t>‹#›</a:t>
            </a:fld>
            <a:endParaRPr lang="en-US"/>
          </a:p>
        </p:txBody>
      </p:sp>
    </p:spTree>
    <p:extLst>
      <p:ext uri="{BB962C8B-B14F-4D97-AF65-F5344CB8AC3E}">
        <p14:creationId xmlns:p14="http://schemas.microsoft.com/office/powerpoint/2010/main" val="2879586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FDA8A8D-6F06-4532-8D1F-B0D67FD705CF}" type="datetimeFigureOut">
              <a:rPr lang="en-US" smtClean="0"/>
              <a:t>2/11/2018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22031D-8EF6-41F0-834B-AC289E77E1A1}" type="slidenum">
              <a:rPr lang="en-US" smtClean="0"/>
              <a:t>‹#›</a:t>
            </a:fld>
            <a:endParaRPr lang="en-US"/>
          </a:p>
        </p:txBody>
      </p:sp>
    </p:spTree>
    <p:extLst>
      <p:ext uri="{BB962C8B-B14F-4D97-AF65-F5344CB8AC3E}">
        <p14:creationId xmlns:p14="http://schemas.microsoft.com/office/powerpoint/2010/main" val="1835709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DA8A8D-6F06-4532-8D1F-B0D67FD705CF}" type="datetimeFigureOut">
              <a:rPr lang="en-US" smtClean="0"/>
              <a:t>2/11/2018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22031D-8EF6-41F0-834B-AC289E77E1A1}" type="slidenum">
              <a:rPr lang="en-US" smtClean="0"/>
              <a:t>‹#›</a:t>
            </a:fld>
            <a:endParaRPr lang="en-US"/>
          </a:p>
        </p:txBody>
      </p:sp>
    </p:spTree>
    <p:extLst>
      <p:ext uri="{BB962C8B-B14F-4D97-AF65-F5344CB8AC3E}">
        <p14:creationId xmlns:p14="http://schemas.microsoft.com/office/powerpoint/2010/main" val="3707453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FDA8A8D-6F06-4532-8D1F-B0D67FD705CF}" type="datetimeFigureOut">
              <a:rPr lang="en-US" smtClean="0"/>
              <a:t>2/11/2018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22031D-8EF6-41F0-834B-AC289E77E1A1}" type="slidenum">
              <a:rPr lang="en-US" smtClean="0"/>
              <a:t>‹#›</a:t>
            </a:fld>
            <a:endParaRPr lang="en-US"/>
          </a:p>
        </p:txBody>
      </p:sp>
    </p:spTree>
    <p:extLst>
      <p:ext uri="{BB962C8B-B14F-4D97-AF65-F5344CB8AC3E}">
        <p14:creationId xmlns:p14="http://schemas.microsoft.com/office/powerpoint/2010/main" val="1647092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FDA8A8D-6F06-4532-8D1F-B0D67FD705CF}" type="datetimeFigureOut">
              <a:rPr lang="en-US" smtClean="0"/>
              <a:t>2/11/2018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22031D-8EF6-41F0-834B-AC289E77E1A1}" type="slidenum">
              <a:rPr lang="en-US" smtClean="0"/>
              <a:t>‹#›</a:t>
            </a:fld>
            <a:endParaRPr lang="en-US"/>
          </a:p>
        </p:txBody>
      </p:sp>
    </p:spTree>
    <p:extLst>
      <p:ext uri="{BB962C8B-B14F-4D97-AF65-F5344CB8AC3E}">
        <p14:creationId xmlns:p14="http://schemas.microsoft.com/office/powerpoint/2010/main" val="1420898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DA8A8D-6F06-4532-8D1F-B0D67FD705CF}" type="datetimeFigureOut">
              <a:rPr lang="en-US" smtClean="0"/>
              <a:t>2/11/2018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2031D-8EF6-41F0-834B-AC289E77E1A1}" type="slidenum">
              <a:rPr lang="en-US" smtClean="0"/>
              <a:t>‹#›</a:t>
            </a:fld>
            <a:endParaRPr lang="en-US"/>
          </a:p>
        </p:txBody>
      </p:sp>
    </p:spTree>
    <p:extLst>
      <p:ext uri="{BB962C8B-B14F-4D97-AF65-F5344CB8AC3E}">
        <p14:creationId xmlns:p14="http://schemas.microsoft.com/office/powerpoint/2010/main" val="1229552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DA8A8D-6F06-4532-8D1F-B0D67FD705CF}" type="datetimeFigureOut">
              <a:rPr lang="en-US" smtClean="0"/>
              <a:t>2/11/2018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2031D-8EF6-41F0-834B-AC289E77E1A1}" type="slidenum">
              <a:rPr lang="en-US" smtClean="0"/>
              <a:t>‹#›</a:t>
            </a:fld>
            <a:endParaRPr lang="en-US"/>
          </a:p>
        </p:txBody>
      </p:sp>
    </p:spTree>
    <p:extLst>
      <p:ext uri="{BB962C8B-B14F-4D97-AF65-F5344CB8AC3E}">
        <p14:creationId xmlns:p14="http://schemas.microsoft.com/office/powerpoint/2010/main" val="22895087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lvl1pPr>
              <a:defRPr/>
            </a:lvl1pPr>
          </a:lstStyle>
          <a:p>
            <a:fld id="{719EB055-C150-4A07-91FC-B87A329C59AC}" type="datetime1">
              <a:rPr lang="en-CA" altLang="en-US"/>
              <a:pPr/>
              <a:t>2018-02-11</a:t>
            </a:fld>
            <a:endParaRPr lang="en-CA" altLang="en-US"/>
          </a:p>
        </p:txBody>
      </p:sp>
      <p:sp>
        <p:nvSpPr>
          <p:cNvPr id="5" name="Footer Placeholder 4"/>
          <p:cNvSpPr>
            <a:spLocks noGrp="1"/>
          </p:cNvSpPr>
          <p:nvPr>
            <p:ph type="ftr" sz="quarter" idx="11"/>
          </p:nvPr>
        </p:nvSpPr>
        <p:spPr/>
        <p:txBody>
          <a:bodyPr/>
          <a:lstStyle>
            <a:lvl1pPr>
              <a:defRPr/>
            </a:lvl1pPr>
          </a:lstStyle>
          <a:p>
            <a:pPr>
              <a:defRPr/>
            </a:pPr>
            <a:endParaRPr lang="en-CA"/>
          </a:p>
        </p:txBody>
      </p:sp>
      <p:sp>
        <p:nvSpPr>
          <p:cNvPr id="6" name="Slide Number Placeholder 5"/>
          <p:cNvSpPr>
            <a:spLocks noGrp="1"/>
          </p:cNvSpPr>
          <p:nvPr>
            <p:ph type="sldNum" sz="quarter" idx="12"/>
          </p:nvPr>
        </p:nvSpPr>
        <p:spPr/>
        <p:txBody>
          <a:bodyPr/>
          <a:lstStyle>
            <a:lvl1pPr>
              <a:defRPr/>
            </a:lvl1pPr>
          </a:lstStyle>
          <a:p>
            <a:fld id="{A80E4334-E70A-4684-A92C-6C701A41D7DB}" type="slidenum">
              <a:rPr lang="en-CA" altLang="en-US"/>
              <a:pPr/>
              <a:t>‹#›</a:t>
            </a:fld>
            <a:endParaRPr lang="en-CA" altLang="en-US"/>
          </a:p>
        </p:txBody>
      </p:sp>
    </p:spTree>
    <p:extLst>
      <p:ext uri="{BB962C8B-B14F-4D97-AF65-F5344CB8AC3E}">
        <p14:creationId xmlns:p14="http://schemas.microsoft.com/office/powerpoint/2010/main" val="21961718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fld id="{2E8BE01F-0E41-4297-A5F1-AA53E038B326}" type="datetime1">
              <a:rPr lang="en-CA" altLang="en-US"/>
              <a:pPr/>
              <a:t>2018-02-11</a:t>
            </a:fld>
            <a:endParaRPr lang="en-CA" altLang="en-US"/>
          </a:p>
        </p:txBody>
      </p:sp>
      <p:sp>
        <p:nvSpPr>
          <p:cNvPr id="5" name="Footer Placeholder 4"/>
          <p:cNvSpPr>
            <a:spLocks noGrp="1"/>
          </p:cNvSpPr>
          <p:nvPr>
            <p:ph type="ftr" sz="quarter" idx="11"/>
          </p:nvPr>
        </p:nvSpPr>
        <p:spPr/>
        <p:txBody>
          <a:bodyPr/>
          <a:lstStyle>
            <a:lvl1pPr>
              <a:defRPr/>
            </a:lvl1pPr>
          </a:lstStyle>
          <a:p>
            <a:pPr>
              <a:defRPr/>
            </a:pPr>
            <a:endParaRPr lang="en-CA"/>
          </a:p>
        </p:txBody>
      </p:sp>
      <p:sp>
        <p:nvSpPr>
          <p:cNvPr id="6" name="Slide Number Placeholder 5"/>
          <p:cNvSpPr>
            <a:spLocks noGrp="1"/>
          </p:cNvSpPr>
          <p:nvPr>
            <p:ph type="sldNum" sz="quarter" idx="12"/>
          </p:nvPr>
        </p:nvSpPr>
        <p:spPr/>
        <p:txBody>
          <a:bodyPr/>
          <a:lstStyle>
            <a:lvl1pPr>
              <a:defRPr/>
            </a:lvl1pPr>
          </a:lstStyle>
          <a:p>
            <a:fld id="{C9B80EEF-B049-4FD2-A07A-7CFB661E839A}" type="slidenum">
              <a:rPr lang="en-CA" altLang="en-US"/>
              <a:pPr/>
              <a:t>‹#›</a:t>
            </a:fld>
            <a:endParaRPr lang="en-CA" altLang="en-US"/>
          </a:p>
        </p:txBody>
      </p:sp>
    </p:spTree>
    <p:extLst>
      <p:ext uri="{BB962C8B-B14F-4D97-AF65-F5344CB8AC3E}">
        <p14:creationId xmlns:p14="http://schemas.microsoft.com/office/powerpoint/2010/main" val="37061222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4C3A50E0-1FA9-4FBF-AA6D-A66F11F45E39}" type="datetime1">
              <a:rPr lang="en-CA" altLang="en-US"/>
              <a:pPr/>
              <a:t>2018-02-11</a:t>
            </a:fld>
            <a:endParaRPr lang="en-CA" altLang="en-US"/>
          </a:p>
        </p:txBody>
      </p:sp>
      <p:sp>
        <p:nvSpPr>
          <p:cNvPr id="5" name="Footer Placeholder 4"/>
          <p:cNvSpPr>
            <a:spLocks noGrp="1"/>
          </p:cNvSpPr>
          <p:nvPr>
            <p:ph type="ftr" sz="quarter" idx="11"/>
          </p:nvPr>
        </p:nvSpPr>
        <p:spPr/>
        <p:txBody>
          <a:bodyPr/>
          <a:lstStyle>
            <a:lvl1pPr>
              <a:defRPr/>
            </a:lvl1pPr>
          </a:lstStyle>
          <a:p>
            <a:pPr>
              <a:defRPr/>
            </a:pPr>
            <a:endParaRPr lang="en-CA"/>
          </a:p>
        </p:txBody>
      </p:sp>
      <p:sp>
        <p:nvSpPr>
          <p:cNvPr id="6" name="Slide Number Placeholder 5"/>
          <p:cNvSpPr>
            <a:spLocks noGrp="1"/>
          </p:cNvSpPr>
          <p:nvPr>
            <p:ph type="sldNum" sz="quarter" idx="12"/>
          </p:nvPr>
        </p:nvSpPr>
        <p:spPr/>
        <p:txBody>
          <a:bodyPr/>
          <a:lstStyle>
            <a:lvl1pPr>
              <a:defRPr/>
            </a:lvl1pPr>
          </a:lstStyle>
          <a:p>
            <a:fld id="{11187932-4FB7-45BB-899C-B21BDFCB7B93}" type="slidenum">
              <a:rPr lang="en-CA" altLang="en-US"/>
              <a:pPr/>
              <a:t>‹#›</a:t>
            </a:fld>
            <a:endParaRPr lang="en-CA" altLang="en-US"/>
          </a:p>
        </p:txBody>
      </p:sp>
    </p:spTree>
    <p:extLst>
      <p:ext uri="{BB962C8B-B14F-4D97-AF65-F5344CB8AC3E}">
        <p14:creationId xmlns:p14="http://schemas.microsoft.com/office/powerpoint/2010/main" val="2830242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fld id="{AD06D5ED-C051-4D2D-97F3-B2CAC8395BB6}" type="datetime1">
              <a:rPr lang="en-CA" altLang="en-US"/>
              <a:pPr/>
              <a:t>2018-02-11</a:t>
            </a:fld>
            <a:endParaRPr lang="en-CA" altLang="en-US"/>
          </a:p>
        </p:txBody>
      </p:sp>
      <p:sp>
        <p:nvSpPr>
          <p:cNvPr id="6" name="Footer Placeholder 4"/>
          <p:cNvSpPr>
            <a:spLocks noGrp="1"/>
          </p:cNvSpPr>
          <p:nvPr>
            <p:ph type="ftr" sz="quarter" idx="11"/>
          </p:nvPr>
        </p:nvSpPr>
        <p:spPr/>
        <p:txBody>
          <a:bodyPr/>
          <a:lstStyle>
            <a:lvl1pPr>
              <a:defRPr/>
            </a:lvl1pPr>
          </a:lstStyle>
          <a:p>
            <a:pPr>
              <a:defRPr/>
            </a:pPr>
            <a:endParaRPr lang="en-CA"/>
          </a:p>
        </p:txBody>
      </p:sp>
      <p:sp>
        <p:nvSpPr>
          <p:cNvPr id="7" name="Slide Number Placeholder 5"/>
          <p:cNvSpPr>
            <a:spLocks noGrp="1"/>
          </p:cNvSpPr>
          <p:nvPr>
            <p:ph type="sldNum" sz="quarter" idx="12"/>
          </p:nvPr>
        </p:nvSpPr>
        <p:spPr/>
        <p:txBody>
          <a:bodyPr/>
          <a:lstStyle>
            <a:lvl1pPr>
              <a:defRPr/>
            </a:lvl1pPr>
          </a:lstStyle>
          <a:p>
            <a:fld id="{D36A8BD1-7CC7-481F-BF86-ED9CF976E83A}" type="slidenum">
              <a:rPr lang="en-CA" altLang="en-US"/>
              <a:pPr/>
              <a:t>‹#›</a:t>
            </a:fld>
            <a:endParaRPr lang="en-CA" altLang="en-US"/>
          </a:p>
        </p:txBody>
      </p:sp>
    </p:spTree>
    <p:extLst>
      <p:ext uri="{BB962C8B-B14F-4D97-AF65-F5344CB8AC3E}">
        <p14:creationId xmlns:p14="http://schemas.microsoft.com/office/powerpoint/2010/main" val="4917218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3"/>
          <p:cNvSpPr>
            <a:spLocks noGrp="1"/>
          </p:cNvSpPr>
          <p:nvPr>
            <p:ph type="dt" sz="half" idx="10"/>
          </p:nvPr>
        </p:nvSpPr>
        <p:spPr/>
        <p:txBody>
          <a:bodyPr/>
          <a:lstStyle>
            <a:lvl1pPr>
              <a:defRPr/>
            </a:lvl1pPr>
          </a:lstStyle>
          <a:p>
            <a:fld id="{7EE2E852-D0FE-4709-8435-92405D6C8433}" type="datetime1">
              <a:rPr lang="en-CA" altLang="en-US"/>
              <a:pPr/>
              <a:t>2018-02-11</a:t>
            </a:fld>
            <a:endParaRPr lang="en-CA" altLang="en-US"/>
          </a:p>
        </p:txBody>
      </p:sp>
      <p:sp>
        <p:nvSpPr>
          <p:cNvPr id="8" name="Footer Placeholder 4"/>
          <p:cNvSpPr>
            <a:spLocks noGrp="1"/>
          </p:cNvSpPr>
          <p:nvPr>
            <p:ph type="ftr" sz="quarter" idx="11"/>
          </p:nvPr>
        </p:nvSpPr>
        <p:spPr/>
        <p:txBody>
          <a:bodyPr/>
          <a:lstStyle>
            <a:lvl1pPr>
              <a:defRPr/>
            </a:lvl1pPr>
          </a:lstStyle>
          <a:p>
            <a:pPr>
              <a:defRPr/>
            </a:pPr>
            <a:endParaRPr lang="en-CA"/>
          </a:p>
        </p:txBody>
      </p:sp>
      <p:sp>
        <p:nvSpPr>
          <p:cNvPr id="9" name="Slide Number Placeholder 5"/>
          <p:cNvSpPr>
            <a:spLocks noGrp="1"/>
          </p:cNvSpPr>
          <p:nvPr>
            <p:ph type="sldNum" sz="quarter" idx="12"/>
          </p:nvPr>
        </p:nvSpPr>
        <p:spPr/>
        <p:txBody>
          <a:bodyPr/>
          <a:lstStyle>
            <a:lvl1pPr>
              <a:defRPr/>
            </a:lvl1pPr>
          </a:lstStyle>
          <a:p>
            <a:fld id="{D47CF89F-D6F6-4FDC-A566-58F05A328CE2}" type="slidenum">
              <a:rPr lang="en-CA" altLang="en-US"/>
              <a:pPr/>
              <a:t>‹#›</a:t>
            </a:fld>
            <a:endParaRPr lang="en-CA" altLang="en-US"/>
          </a:p>
        </p:txBody>
      </p:sp>
    </p:spTree>
    <p:extLst>
      <p:ext uri="{BB962C8B-B14F-4D97-AF65-F5344CB8AC3E}">
        <p14:creationId xmlns:p14="http://schemas.microsoft.com/office/powerpoint/2010/main" val="3831781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fld id="{F52B1285-1B6C-4D4E-B585-DCDF8BBA47AF}" type="datetime1">
              <a:rPr lang="en-CA" altLang="en-US"/>
              <a:pPr/>
              <a:t>2018-02-11</a:t>
            </a:fld>
            <a:endParaRPr lang="en-CA" altLang="en-US"/>
          </a:p>
        </p:txBody>
      </p:sp>
      <p:sp>
        <p:nvSpPr>
          <p:cNvPr id="4" name="Footer Placeholder 4"/>
          <p:cNvSpPr>
            <a:spLocks noGrp="1"/>
          </p:cNvSpPr>
          <p:nvPr>
            <p:ph type="ftr" sz="quarter" idx="11"/>
          </p:nvPr>
        </p:nvSpPr>
        <p:spPr/>
        <p:txBody>
          <a:bodyPr/>
          <a:lstStyle>
            <a:lvl1pPr>
              <a:defRPr/>
            </a:lvl1pPr>
          </a:lstStyle>
          <a:p>
            <a:pPr>
              <a:defRPr/>
            </a:pPr>
            <a:endParaRPr lang="en-CA"/>
          </a:p>
        </p:txBody>
      </p:sp>
      <p:sp>
        <p:nvSpPr>
          <p:cNvPr id="5" name="Slide Number Placeholder 5"/>
          <p:cNvSpPr>
            <a:spLocks noGrp="1"/>
          </p:cNvSpPr>
          <p:nvPr>
            <p:ph type="sldNum" sz="quarter" idx="12"/>
          </p:nvPr>
        </p:nvSpPr>
        <p:spPr/>
        <p:txBody>
          <a:bodyPr/>
          <a:lstStyle>
            <a:lvl1pPr>
              <a:defRPr/>
            </a:lvl1pPr>
          </a:lstStyle>
          <a:p>
            <a:fld id="{CC5350DD-4782-495F-9946-35553AE367D5}" type="slidenum">
              <a:rPr lang="en-CA" altLang="en-US"/>
              <a:pPr/>
              <a:t>‹#›</a:t>
            </a:fld>
            <a:endParaRPr lang="en-CA" altLang="en-US"/>
          </a:p>
        </p:txBody>
      </p:sp>
    </p:spTree>
    <p:extLst>
      <p:ext uri="{BB962C8B-B14F-4D97-AF65-F5344CB8AC3E}">
        <p14:creationId xmlns:p14="http://schemas.microsoft.com/office/powerpoint/2010/main" val="17917607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325DABC9-D7E5-4D7B-BD39-7E639F18B293}" type="datetime1">
              <a:rPr lang="en-CA" altLang="en-US"/>
              <a:pPr/>
              <a:t>2018-02-11</a:t>
            </a:fld>
            <a:endParaRPr lang="en-CA" altLang="en-US"/>
          </a:p>
        </p:txBody>
      </p:sp>
      <p:sp>
        <p:nvSpPr>
          <p:cNvPr id="3" name="Footer Placeholder 4"/>
          <p:cNvSpPr>
            <a:spLocks noGrp="1"/>
          </p:cNvSpPr>
          <p:nvPr>
            <p:ph type="ftr" sz="quarter" idx="11"/>
          </p:nvPr>
        </p:nvSpPr>
        <p:spPr/>
        <p:txBody>
          <a:bodyPr/>
          <a:lstStyle>
            <a:lvl1pPr>
              <a:defRPr/>
            </a:lvl1pPr>
          </a:lstStyle>
          <a:p>
            <a:pPr>
              <a:defRPr/>
            </a:pPr>
            <a:endParaRPr lang="en-CA"/>
          </a:p>
        </p:txBody>
      </p:sp>
      <p:sp>
        <p:nvSpPr>
          <p:cNvPr id="4" name="Slide Number Placeholder 5"/>
          <p:cNvSpPr>
            <a:spLocks noGrp="1"/>
          </p:cNvSpPr>
          <p:nvPr>
            <p:ph type="sldNum" sz="quarter" idx="12"/>
          </p:nvPr>
        </p:nvSpPr>
        <p:spPr/>
        <p:txBody>
          <a:bodyPr/>
          <a:lstStyle>
            <a:lvl1pPr>
              <a:defRPr/>
            </a:lvl1pPr>
          </a:lstStyle>
          <a:p>
            <a:fld id="{BA64AEFC-F665-4D7A-8005-1C3E6A730D25}" type="slidenum">
              <a:rPr lang="en-CA" altLang="en-US"/>
              <a:pPr/>
              <a:t>‹#›</a:t>
            </a:fld>
            <a:endParaRPr lang="en-CA" altLang="en-US"/>
          </a:p>
        </p:txBody>
      </p:sp>
    </p:spTree>
    <p:extLst>
      <p:ext uri="{BB962C8B-B14F-4D97-AF65-F5344CB8AC3E}">
        <p14:creationId xmlns:p14="http://schemas.microsoft.com/office/powerpoint/2010/main" val="33714123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A450297F-2197-47BF-99D7-9298270F44F8}" type="datetime1">
              <a:rPr lang="en-CA" altLang="en-US"/>
              <a:pPr/>
              <a:t>2018-02-11</a:t>
            </a:fld>
            <a:endParaRPr lang="en-CA" altLang="en-US"/>
          </a:p>
        </p:txBody>
      </p:sp>
      <p:sp>
        <p:nvSpPr>
          <p:cNvPr id="6" name="Footer Placeholder 4"/>
          <p:cNvSpPr>
            <a:spLocks noGrp="1"/>
          </p:cNvSpPr>
          <p:nvPr>
            <p:ph type="ftr" sz="quarter" idx="11"/>
          </p:nvPr>
        </p:nvSpPr>
        <p:spPr/>
        <p:txBody>
          <a:bodyPr/>
          <a:lstStyle>
            <a:lvl1pPr>
              <a:defRPr/>
            </a:lvl1pPr>
          </a:lstStyle>
          <a:p>
            <a:pPr>
              <a:defRPr/>
            </a:pPr>
            <a:endParaRPr lang="en-CA"/>
          </a:p>
        </p:txBody>
      </p:sp>
      <p:sp>
        <p:nvSpPr>
          <p:cNvPr id="7" name="Slide Number Placeholder 5"/>
          <p:cNvSpPr>
            <a:spLocks noGrp="1"/>
          </p:cNvSpPr>
          <p:nvPr>
            <p:ph type="sldNum" sz="quarter" idx="12"/>
          </p:nvPr>
        </p:nvSpPr>
        <p:spPr/>
        <p:txBody>
          <a:bodyPr/>
          <a:lstStyle>
            <a:lvl1pPr>
              <a:defRPr/>
            </a:lvl1pPr>
          </a:lstStyle>
          <a:p>
            <a:fld id="{8D865656-728F-406F-9AEF-C681F6CB2769}" type="slidenum">
              <a:rPr lang="en-CA" altLang="en-US"/>
              <a:pPr/>
              <a:t>‹#›</a:t>
            </a:fld>
            <a:endParaRPr lang="en-CA" altLang="en-US"/>
          </a:p>
        </p:txBody>
      </p:sp>
    </p:spTree>
    <p:extLst>
      <p:ext uri="{BB962C8B-B14F-4D97-AF65-F5344CB8AC3E}">
        <p14:creationId xmlns:p14="http://schemas.microsoft.com/office/powerpoint/2010/main" val="41284030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5605E0E3-8CE8-4D16-8792-C23173470382}" type="datetime1">
              <a:rPr lang="en-CA" altLang="en-US"/>
              <a:pPr/>
              <a:t>2018-02-11</a:t>
            </a:fld>
            <a:endParaRPr lang="en-CA" altLang="en-US"/>
          </a:p>
        </p:txBody>
      </p:sp>
      <p:sp>
        <p:nvSpPr>
          <p:cNvPr id="6" name="Footer Placeholder 4"/>
          <p:cNvSpPr>
            <a:spLocks noGrp="1"/>
          </p:cNvSpPr>
          <p:nvPr>
            <p:ph type="ftr" sz="quarter" idx="11"/>
          </p:nvPr>
        </p:nvSpPr>
        <p:spPr/>
        <p:txBody>
          <a:bodyPr/>
          <a:lstStyle>
            <a:lvl1pPr>
              <a:defRPr/>
            </a:lvl1pPr>
          </a:lstStyle>
          <a:p>
            <a:pPr>
              <a:defRPr/>
            </a:pPr>
            <a:endParaRPr lang="en-CA"/>
          </a:p>
        </p:txBody>
      </p:sp>
      <p:sp>
        <p:nvSpPr>
          <p:cNvPr id="7" name="Slide Number Placeholder 5"/>
          <p:cNvSpPr>
            <a:spLocks noGrp="1"/>
          </p:cNvSpPr>
          <p:nvPr>
            <p:ph type="sldNum" sz="quarter" idx="12"/>
          </p:nvPr>
        </p:nvSpPr>
        <p:spPr/>
        <p:txBody>
          <a:bodyPr/>
          <a:lstStyle>
            <a:lvl1pPr>
              <a:defRPr/>
            </a:lvl1pPr>
          </a:lstStyle>
          <a:p>
            <a:fld id="{B613C5D1-6DEA-455D-8530-568122B8D1C6}" type="slidenum">
              <a:rPr lang="en-CA" altLang="en-US"/>
              <a:pPr/>
              <a:t>‹#›</a:t>
            </a:fld>
            <a:endParaRPr lang="en-CA" altLang="en-US"/>
          </a:p>
        </p:txBody>
      </p:sp>
    </p:spTree>
    <p:extLst>
      <p:ext uri="{BB962C8B-B14F-4D97-AF65-F5344CB8AC3E}">
        <p14:creationId xmlns:p14="http://schemas.microsoft.com/office/powerpoint/2010/main" val="21774065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fld id="{01424CA3-61A5-43A7-857D-9C2CF1A99978}" type="datetime1">
              <a:rPr lang="en-CA" altLang="en-US"/>
              <a:pPr/>
              <a:t>2018-02-11</a:t>
            </a:fld>
            <a:endParaRPr lang="en-CA" altLang="en-US"/>
          </a:p>
        </p:txBody>
      </p:sp>
      <p:sp>
        <p:nvSpPr>
          <p:cNvPr id="5" name="Footer Placeholder 4"/>
          <p:cNvSpPr>
            <a:spLocks noGrp="1"/>
          </p:cNvSpPr>
          <p:nvPr>
            <p:ph type="ftr" sz="quarter" idx="11"/>
          </p:nvPr>
        </p:nvSpPr>
        <p:spPr/>
        <p:txBody>
          <a:bodyPr/>
          <a:lstStyle>
            <a:lvl1pPr>
              <a:defRPr/>
            </a:lvl1pPr>
          </a:lstStyle>
          <a:p>
            <a:pPr>
              <a:defRPr/>
            </a:pPr>
            <a:endParaRPr lang="en-CA"/>
          </a:p>
        </p:txBody>
      </p:sp>
      <p:sp>
        <p:nvSpPr>
          <p:cNvPr id="6" name="Slide Number Placeholder 5"/>
          <p:cNvSpPr>
            <a:spLocks noGrp="1"/>
          </p:cNvSpPr>
          <p:nvPr>
            <p:ph type="sldNum" sz="quarter" idx="12"/>
          </p:nvPr>
        </p:nvSpPr>
        <p:spPr/>
        <p:txBody>
          <a:bodyPr/>
          <a:lstStyle>
            <a:lvl1pPr>
              <a:defRPr/>
            </a:lvl1pPr>
          </a:lstStyle>
          <a:p>
            <a:fld id="{B4296E02-98D8-452D-82AA-A2FB492469CB}" type="slidenum">
              <a:rPr lang="en-CA" altLang="en-US"/>
              <a:pPr/>
              <a:t>‹#›</a:t>
            </a:fld>
            <a:endParaRPr lang="en-CA" altLang="en-US"/>
          </a:p>
        </p:txBody>
      </p:sp>
    </p:spTree>
    <p:extLst>
      <p:ext uri="{BB962C8B-B14F-4D97-AF65-F5344CB8AC3E}">
        <p14:creationId xmlns:p14="http://schemas.microsoft.com/office/powerpoint/2010/main" val="31733529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fld id="{51EE700A-7F2E-4B79-A212-BDD32E7C6F9D}" type="datetime1">
              <a:rPr lang="en-CA" altLang="en-US"/>
              <a:pPr/>
              <a:t>2018-02-11</a:t>
            </a:fld>
            <a:endParaRPr lang="en-CA" altLang="en-US"/>
          </a:p>
        </p:txBody>
      </p:sp>
      <p:sp>
        <p:nvSpPr>
          <p:cNvPr id="5" name="Footer Placeholder 4"/>
          <p:cNvSpPr>
            <a:spLocks noGrp="1"/>
          </p:cNvSpPr>
          <p:nvPr>
            <p:ph type="ftr" sz="quarter" idx="11"/>
          </p:nvPr>
        </p:nvSpPr>
        <p:spPr/>
        <p:txBody>
          <a:bodyPr/>
          <a:lstStyle>
            <a:lvl1pPr>
              <a:defRPr/>
            </a:lvl1pPr>
          </a:lstStyle>
          <a:p>
            <a:pPr>
              <a:defRPr/>
            </a:pPr>
            <a:endParaRPr lang="en-CA"/>
          </a:p>
        </p:txBody>
      </p:sp>
      <p:sp>
        <p:nvSpPr>
          <p:cNvPr id="6" name="Slide Number Placeholder 5"/>
          <p:cNvSpPr>
            <a:spLocks noGrp="1"/>
          </p:cNvSpPr>
          <p:nvPr>
            <p:ph type="sldNum" sz="quarter" idx="12"/>
          </p:nvPr>
        </p:nvSpPr>
        <p:spPr/>
        <p:txBody>
          <a:bodyPr/>
          <a:lstStyle>
            <a:lvl1pPr>
              <a:defRPr/>
            </a:lvl1pPr>
          </a:lstStyle>
          <a:p>
            <a:fld id="{6988084B-F147-466A-B159-10C281807D6F}" type="slidenum">
              <a:rPr lang="en-CA" altLang="en-US"/>
              <a:pPr/>
              <a:t>‹#›</a:t>
            </a:fld>
            <a:endParaRPr lang="en-CA" altLang="en-US"/>
          </a:p>
        </p:txBody>
      </p:sp>
    </p:spTree>
    <p:extLst>
      <p:ext uri="{BB962C8B-B14F-4D97-AF65-F5344CB8AC3E}">
        <p14:creationId xmlns:p14="http://schemas.microsoft.com/office/powerpoint/2010/main" val="6881083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C20BAE3F-94E7-443F-B3D5-AFB48D4AFB4D}" type="slidenum">
              <a:rPr lang="en-US" altLang="en-US"/>
              <a:pPr/>
              <a:t>‹#›</a:t>
            </a:fld>
            <a:endParaRPr lang="en-US" altLang="en-US"/>
          </a:p>
        </p:txBody>
      </p:sp>
    </p:spTree>
    <p:extLst>
      <p:ext uri="{BB962C8B-B14F-4D97-AF65-F5344CB8AC3E}">
        <p14:creationId xmlns:p14="http://schemas.microsoft.com/office/powerpoint/2010/main" val="18243519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343FA49C-8F96-40BE-9667-B6C638BBC4A9}" type="slidenum">
              <a:rPr lang="en-US" altLang="en-US"/>
              <a:pPr/>
              <a:t>‹#›</a:t>
            </a:fld>
            <a:endParaRPr lang="en-US" altLang="en-US"/>
          </a:p>
        </p:txBody>
      </p:sp>
    </p:spTree>
    <p:extLst>
      <p:ext uri="{BB962C8B-B14F-4D97-AF65-F5344CB8AC3E}">
        <p14:creationId xmlns:p14="http://schemas.microsoft.com/office/powerpoint/2010/main" val="39876070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713ED594-D74B-424A-98E6-79B4D012284C}" type="slidenum">
              <a:rPr lang="en-US" altLang="en-US"/>
              <a:pPr/>
              <a:t>‹#›</a:t>
            </a:fld>
            <a:endParaRPr lang="en-US" altLang="en-US"/>
          </a:p>
        </p:txBody>
      </p:sp>
    </p:spTree>
    <p:extLst>
      <p:ext uri="{BB962C8B-B14F-4D97-AF65-F5344CB8AC3E}">
        <p14:creationId xmlns:p14="http://schemas.microsoft.com/office/powerpoint/2010/main" val="5639871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0" y="1066800"/>
            <a:ext cx="59944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6197600" y="1066800"/>
            <a:ext cx="59944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fld id="{94F4D572-4A9E-4840-9ADA-2434764E217D}" type="slidenum">
              <a:rPr lang="en-US" altLang="en-US"/>
              <a:pPr/>
              <a:t>‹#›</a:t>
            </a:fld>
            <a:endParaRPr lang="en-US" altLang="en-US"/>
          </a:p>
        </p:txBody>
      </p:sp>
    </p:spTree>
    <p:extLst>
      <p:ext uri="{BB962C8B-B14F-4D97-AF65-F5344CB8AC3E}">
        <p14:creationId xmlns:p14="http://schemas.microsoft.com/office/powerpoint/2010/main" val="32749409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fld id="{E5081D25-593E-4927-8327-0DA184B5D3EA}" type="slidenum">
              <a:rPr lang="en-US" altLang="en-US"/>
              <a:pPr/>
              <a:t>‹#›</a:t>
            </a:fld>
            <a:endParaRPr lang="en-US" altLang="en-US"/>
          </a:p>
        </p:txBody>
      </p:sp>
    </p:spTree>
    <p:extLst>
      <p:ext uri="{BB962C8B-B14F-4D97-AF65-F5344CB8AC3E}">
        <p14:creationId xmlns:p14="http://schemas.microsoft.com/office/powerpoint/2010/main" val="31820657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fld id="{9045B9F5-B65F-400D-BF09-7AF0D3411359}" type="slidenum">
              <a:rPr lang="en-US" altLang="en-US"/>
              <a:pPr/>
              <a:t>‹#›</a:t>
            </a:fld>
            <a:endParaRPr lang="en-US" altLang="en-US"/>
          </a:p>
        </p:txBody>
      </p:sp>
    </p:spTree>
    <p:extLst>
      <p:ext uri="{BB962C8B-B14F-4D97-AF65-F5344CB8AC3E}">
        <p14:creationId xmlns:p14="http://schemas.microsoft.com/office/powerpoint/2010/main" val="27928150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fld id="{C2123473-7FF2-4C67-B7C1-58414AE5737F}" type="slidenum">
              <a:rPr lang="en-US" altLang="en-US"/>
              <a:pPr/>
              <a:t>‹#›</a:t>
            </a:fld>
            <a:endParaRPr lang="en-US" altLang="en-US"/>
          </a:p>
        </p:txBody>
      </p:sp>
    </p:spTree>
    <p:extLst>
      <p:ext uri="{BB962C8B-B14F-4D97-AF65-F5344CB8AC3E}">
        <p14:creationId xmlns:p14="http://schemas.microsoft.com/office/powerpoint/2010/main" val="7907873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fld id="{A4442ACC-A1C0-4761-A92E-FC15DE215EB5}" type="slidenum">
              <a:rPr lang="en-US" altLang="en-US"/>
              <a:pPr/>
              <a:t>‹#›</a:t>
            </a:fld>
            <a:endParaRPr lang="en-US" altLang="en-US"/>
          </a:p>
        </p:txBody>
      </p:sp>
    </p:spTree>
    <p:extLst>
      <p:ext uri="{BB962C8B-B14F-4D97-AF65-F5344CB8AC3E}">
        <p14:creationId xmlns:p14="http://schemas.microsoft.com/office/powerpoint/2010/main" val="21508311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fld id="{E866C3CF-8C3A-43FC-BF3C-D1F45506129E}" type="slidenum">
              <a:rPr lang="en-US" altLang="en-US"/>
              <a:pPr/>
              <a:t>‹#›</a:t>
            </a:fld>
            <a:endParaRPr lang="en-US" altLang="en-US"/>
          </a:p>
        </p:txBody>
      </p:sp>
    </p:spTree>
    <p:extLst>
      <p:ext uri="{BB962C8B-B14F-4D97-AF65-F5344CB8AC3E}">
        <p14:creationId xmlns:p14="http://schemas.microsoft.com/office/powerpoint/2010/main" val="38245344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FD2D9896-FC5D-446A-9541-643F676CC870}" type="slidenum">
              <a:rPr lang="en-US" altLang="en-US"/>
              <a:pPr/>
              <a:t>‹#›</a:t>
            </a:fld>
            <a:endParaRPr lang="en-US" altLang="en-US"/>
          </a:p>
        </p:txBody>
      </p:sp>
    </p:spTree>
    <p:extLst>
      <p:ext uri="{BB962C8B-B14F-4D97-AF65-F5344CB8AC3E}">
        <p14:creationId xmlns:p14="http://schemas.microsoft.com/office/powerpoint/2010/main" val="36237331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0"/>
            <a:ext cx="3048000" cy="6400800"/>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0" y="0"/>
            <a:ext cx="8940800" cy="6400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fld id="{8E4C7FC8-8071-49B2-83DD-D5A474589CE1}" type="slidenum">
              <a:rPr lang="en-US" altLang="en-US"/>
              <a:pPr/>
              <a:t>‹#›</a:t>
            </a:fld>
            <a:endParaRPr lang="en-US" altLang="en-US"/>
          </a:p>
        </p:txBody>
      </p:sp>
    </p:spTree>
    <p:extLst>
      <p:ext uri="{BB962C8B-B14F-4D97-AF65-F5344CB8AC3E}">
        <p14:creationId xmlns:p14="http://schemas.microsoft.com/office/powerpoint/2010/main" val="3867086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C44B9143-B4D6-4323-B9FA-9F2FC00C7820}" type="datetimeFigureOut">
              <a:rPr lang="en-US"/>
              <a:pPr>
                <a:defRPr/>
              </a:pPr>
              <a:t>2/11/2018</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B174372-F2BD-424F-A665-52F6A2FA1A9C}" type="slidenum">
              <a:rPr lang="en-US" altLang="en-US"/>
              <a:pPr/>
              <a:t>‹#›</a:t>
            </a:fld>
            <a:endParaRPr lang="en-US" altLang="en-US"/>
          </a:p>
        </p:txBody>
      </p:sp>
    </p:spTree>
    <p:extLst>
      <p:ext uri="{BB962C8B-B14F-4D97-AF65-F5344CB8AC3E}">
        <p14:creationId xmlns:p14="http://schemas.microsoft.com/office/powerpoint/2010/main" val="31672865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AB965D9-B494-4C69-A717-A985C8F26044}" type="datetimeFigureOut">
              <a:rPr lang="en-US"/>
              <a:pPr>
                <a:defRPr/>
              </a:pPr>
              <a:t>2/11/2018</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F3764E5-3086-4A3B-B02E-22DD84A6D4F0}" type="slidenum">
              <a:rPr lang="en-US" altLang="en-US"/>
              <a:pPr/>
              <a:t>‹#›</a:t>
            </a:fld>
            <a:endParaRPr lang="en-US" altLang="en-US"/>
          </a:p>
        </p:txBody>
      </p:sp>
    </p:spTree>
    <p:extLst>
      <p:ext uri="{BB962C8B-B14F-4D97-AF65-F5344CB8AC3E}">
        <p14:creationId xmlns:p14="http://schemas.microsoft.com/office/powerpoint/2010/main" val="36911369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195C3FA-CBC4-4884-B342-FD4B9BD9CBCD}" type="datetimeFigureOut">
              <a:rPr lang="en-US"/>
              <a:pPr>
                <a:defRPr/>
              </a:pPr>
              <a:t>2/11/2018</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E3FD984D-AEA4-42FC-A1BB-23D5AE994672}" type="slidenum">
              <a:rPr lang="en-US" altLang="en-US"/>
              <a:pPr/>
              <a:t>‹#›</a:t>
            </a:fld>
            <a:endParaRPr lang="en-US" altLang="en-US"/>
          </a:p>
        </p:txBody>
      </p:sp>
    </p:spTree>
    <p:extLst>
      <p:ext uri="{BB962C8B-B14F-4D97-AF65-F5344CB8AC3E}">
        <p14:creationId xmlns:p14="http://schemas.microsoft.com/office/powerpoint/2010/main" val="15968539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0DF8A372-3CA0-4F8A-B618-E422DC790D6A}" type="datetimeFigureOut">
              <a:rPr lang="en-US"/>
              <a:pPr>
                <a:defRPr/>
              </a:pPr>
              <a:t>2/11/2018</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5854A8E-5E99-4068-A962-9A76B84106A5}" type="slidenum">
              <a:rPr lang="en-US" altLang="en-US"/>
              <a:pPr/>
              <a:t>‹#›</a:t>
            </a:fld>
            <a:endParaRPr lang="en-US" altLang="en-US"/>
          </a:p>
        </p:txBody>
      </p:sp>
    </p:spTree>
    <p:extLst>
      <p:ext uri="{BB962C8B-B14F-4D97-AF65-F5344CB8AC3E}">
        <p14:creationId xmlns:p14="http://schemas.microsoft.com/office/powerpoint/2010/main" val="35260464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5C4D64D0-E7B7-481B-93D3-ACBF569DDB2A}" type="datetimeFigureOut">
              <a:rPr lang="en-US"/>
              <a:pPr>
                <a:defRPr/>
              </a:pPr>
              <a:t>2/11/2018</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BD7D3AAF-6BCF-4322-8D8F-0AB8B08BDA9E}" type="slidenum">
              <a:rPr lang="en-US" altLang="en-US"/>
              <a:pPr/>
              <a:t>‹#›</a:t>
            </a:fld>
            <a:endParaRPr lang="en-US" altLang="en-US"/>
          </a:p>
        </p:txBody>
      </p:sp>
    </p:spTree>
    <p:extLst>
      <p:ext uri="{BB962C8B-B14F-4D97-AF65-F5344CB8AC3E}">
        <p14:creationId xmlns:p14="http://schemas.microsoft.com/office/powerpoint/2010/main" val="22103124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9A294CA-6728-4EB9-B093-53C59F7BB752}" type="datetimeFigureOut">
              <a:rPr lang="en-US"/>
              <a:pPr>
                <a:defRPr/>
              </a:pPr>
              <a:t>2/11/2018</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2E4D40A9-1DF3-44B8-B852-7D5B26A9F17F}" type="slidenum">
              <a:rPr lang="en-US" altLang="en-US"/>
              <a:pPr/>
              <a:t>‹#›</a:t>
            </a:fld>
            <a:endParaRPr lang="en-US" altLang="en-US"/>
          </a:p>
        </p:txBody>
      </p:sp>
    </p:spTree>
    <p:extLst>
      <p:ext uri="{BB962C8B-B14F-4D97-AF65-F5344CB8AC3E}">
        <p14:creationId xmlns:p14="http://schemas.microsoft.com/office/powerpoint/2010/main" val="22321049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0C2FA4C-AE44-4F2D-9BD7-8FE31ABDC4F7}" type="datetimeFigureOut">
              <a:rPr lang="en-US"/>
              <a:pPr>
                <a:defRPr/>
              </a:pPr>
              <a:t>2/11/2018</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7F9992C4-4AD7-4911-9F1F-4B1A560C8724}" type="slidenum">
              <a:rPr lang="en-US" altLang="en-US"/>
              <a:pPr/>
              <a:t>‹#›</a:t>
            </a:fld>
            <a:endParaRPr lang="en-US" altLang="en-US"/>
          </a:p>
        </p:txBody>
      </p:sp>
    </p:spTree>
    <p:extLst>
      <p:ext uri="{BB962C8B-B14F-4D97-AF65-F5344CB8AC3E}">
        <p14:creationId xmlns:p14="http://schemas.microsoft.com/office/powerpoint/2010/main" val="14855230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D830F4B-85C9-4D91-8605-45321484805F}" type="datetimeFigureOut">
              <a:rPr lang="en-US"/>
              <a:pPr>
                <a:defRPr/>
              </a:pPr>
              <a:t>2/11/2018</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DA6FB3F0-A865-4C48-AF5E-07C6DD784E9A}" type="slidenum">
              <a:rPr lang="en-US" altLang="en-US"/>
              <a:pPr/>
              <a:t>‹#›</a:t>
            </a:fld>
            <a:endParaRPr lang="en-US" altLang="en-US"/>
          </a:p>
        </p:txBody>
      </p:sp>
    </p:spTree>
    <p:extLst>
      <p:ext uri="{BB962C8B-B14F-4D97-AF65-F5344CB8AC3E}">
        <p14:creationId xmlns:p14="http://schemas.microsoft.com/office/powerpoint/2010/main" val="22892329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EAC6915-AC24-428F-87DE-80BB69B77DF5}" type="datetimeFigureOut">
              <a:rPr lang="en-US"/>
              <a:pPr>
                <a:defRPr/>
              </a:pPr>
              <a:t>2/11/2018</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D6868BC8-1E39-4E8B-AD6E-59C555935F02}" type="slidenum">
              <a:rPr lang="en-US" altLang="en-US"/>
              <a:pPr/>
              <a:t>‹#›</a:t>
            </a:fld>
            <a:endParaRPr lang="en-US" altLang="en-US"/>
          </a:p>
        </p:txBody>
      </p:sp>
    </p:spTree>
    <p:extLst>
      <p:ext uri="{BB962C8B-B14F-4D97-AF65-F5344CB8AC3E}">
        <p14:creationId xmlns:p14="http://schemas.microsoft.com/office/powerpoint/2010/main" val="40450963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2469524-A607-427D-AD53-DA008B9DB588}" type="datetimeFigureOut">
              <a:rPr lang="en-US"/>
              <a:pPr>
                <a:defRPr/>
              </a:pPr>
              <a:t>2/11/2018</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E8F679FD-3D77-4073-B3A3-639710075367}" type="slidenum">
              <a:rPr lang="en-US" altLang="en-US"/>
              <a:pPr/>
              <a:t>‹#›</a:t>
            </a:fld>
            <a:endParaRPr lang="en-US" altLang="en-US"/>
          </a:p>
        </p:txBody>
      </p:sp>
    </p:spTree>
    <p:extLst>
      <p:ext uri="{BB962C8B-B14F-4D97-AF65-F5344CB8AC3E}">
        <p14:creationId xmlns:p14="http://schemas.microsoft.com/office/powerpoint/2010/main" val="62634601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F23175D-76B2-4B3B-A58E-702DA427602E}" type="datetimeFigureOut">
              <a:rPr lang="en-US"/>
              <a:pPr>
                <a:defRPr/>
              </a:pPr>
              <a:t>2/11/2018</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2FF29B1-854F-4436-B4A1-00FA92EFF09A}" type="slidenum">
              <a:rPr lang="en-US" altLang="en-US"/>
              <a:pPr/>
              <a:t>‹#›</a:t>
            </a:fld>
            <a:endParaRPr lang="en-US" altLang="en-US"/>
          </a:p>
        </p:txBody>
      </p:sp>
    </p:spTree>
    <p:extLst>
      <p:ext uri="{BB962C8B-B14F-4D97-AF65-F5344CB8AC3E}">
        <p14:creationId xmlns:p14="http://schemas.microsoft.com/office/powerpoint/2010/main" val="417715187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6258" name="Rectangle 1026"/>
          <p:cNvSpPr>
            <a:spLocks noGrp="1" noChangeArrowheads="1"/>
          </p:cNvSpPr>
          <p:nvPr>
            <p:ph type="ctrTitle"/>
          </p:nvPr>
        </p:nvSpPr>
        <p:spPr>
          <a:xfrm>
            <a:off x="4673600" y="2286000"/>
            <a:ext cx="6908800" cy="2133600"/>
          </a:xfrm>
        </p:spPr>
        <p:txBody>
          <a:bodyPr/>
          <a:lstStyle>
            <a:lvl1pPr>
              <a:defRPr sz="4000"/>
            </a:lvl1pPr>
          </a:lstStyle>
          <a:p>
            <a:pPr lvl="0"/>
            <a:r>
              <a:rPr lang="en-US" altLang="en-US" noProof="0"/>
              <a:t>Click to edit Master title style</a:t>
            </a:r>
          </a:p>
        </p:txBody>
      </p:sp>
      <p:sp>
        <p:nvSpPr>
          <p:cNvPr id="96259" name="Text Box 1027"/>
          <p:cNvSpPr txBox="1">
            <a:spLocks noChangeArrowheads="1"/>
          </p:cNvSpPr>
          <p:nvPr/>
        </p:nvSpPr>
        <p:spPr bwMode="auto">
          <a:xfrm>
            <a:off x="1625600" y="533400"/>
            <a:ext cx="94488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endParaRPr lang="en-US" altLang="en-US" sz="1200"/>
          </a:p>
        </p:txBody>
      </p:sp>
      <p:pic>
        <p:nvPicPr>
          <p:cNvPr id="96260" name="Picture 1028" descr="C:\Documents and Settings\Greg Byrd\My Documents\ece206\mh-slides\tit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456776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432271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ltLang="en-US"/>
              <a:t>5-</a:t>
            </a:r>
            <a:fld id="{97D1B39E-6B0A-4EA6-820E-47BC097AF35C}" type="slidenum">
              <a:rPr lang="en-US" altLang="en-US"/>
              <a:pPr/>
              <a:t>‹#›</a:t>
            </a:fld>
            <a:endParaRPr lang="en-US" altLang="en-US"/>
          </a:p>
        </p:txBody>
      </p:sp>
    </p:spTree>
    <p:extLst>
      <p:ext uri="{BB962C8B-B14F-4D97-AF65-F5344CB8AC3E}">
        <p14:creationId xmlns:p14="http://schemas.microsoft.com/office/powerpoint/2010/main" val="322141734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Slide Number Placeholder 3"/>
          <p:cNvSpPr>
            <a:spLocks noGrp="1"/>
          </p:cNvSpPr>
          <p:nvPr>
            <p:ph type="sldNum" sz="quarter" idx="10"/>
          </p:nvPr>
        </p:nvSpPr>
        <p:spPr/>
        <p:txBody>
          <a:bodyPr/>
          <a:lstStyle>
            <a:lvl1pPr>
              <a:defRPr/>
            </a:lvl1pPr>
          </a:lstStyle>
          <a:p>
            <a:r>
              <a:rPr lang="en-US" altLang="en-US"/>
              <a:t>5-</a:t>
            </a:r>
            <a:fld id="{2EE740F1-7F45-4FC8-AD7A-B5BC894B8872}" type="slidenum">
              <a:rPr lang="en-US" altLang="en-US"/>
              <a:pPr/>
              <a:t>‹#›</a:t>
            </a:fld>
            <a:endParaRPr lang="en-US" altLang="en-US"/>
          </a:p>
        </p:txBody>
      </p:sp>
    </p:spTree>
    <p:extLst>
      <p:ext uri="{BB962C8B-B14F-4D97-AF65-F5344CB8AC3E}">
        <p14:creationId xmlns:p14="http://schemas.microsoft.com/office/powerpoint/2010/main" val="19401394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143000"/>
            <a:ext cx="5689600" cy="4953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43000"/>
            <a:ext cx="5689600" cy="4953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lvl1pPr>
              <a:defRPr/>
            </a:lvl1pPr>
          </a:lstStyle>
          <a:p>
            <a:r>
              <a:rPr lang="en-US" altLang="en-US"/>
              <a:t>5-</a:t>
            </a:r>
            <a:fld id="{F3F798C8-E7C5-4342-8C08-F9884C9A081D}" type="slidenum">
              <a:rPr lang="en-US" altLang="en-US"/>
              <a:pPr/>
              <a:t>‹#›</a:t>
            </a:fld>
            <a:endParaRPr lang="en-US" altLang="en-US"/>
          </a:p>
        </p:txBody>
      </p:sp>
    </p:spTree>
    <p:extLst>
      <p:ext uri="{BB962C8B-B14F-4D97-AF65-F5344CB8AC3E}">
        <p14:creationId xmlns:p14="http://schemas.microsoft.com/office/powerpoint/2010/main" val="18472976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lvl1pPr>
              <a:defRPr/>
            </a:lvl1pPr>
          </a:lstStyle>
          <a:p>
            <a:r>
              <a:rPr lang="en-US" altLang="en-US"/>
              <a:t>5-</a:t>
            </a:r>
            <a:fld id="{D2C66130-7918-42D4-9697-547575D84B3A}" type="slidenum">
              <a:rPr lang="en-US" altLang="en-US"/>
              <a:pPr/>
              <a:t>‹#›</a:t>
            </a:fld>
            <a:endParaRPr lang="en-US" altLang="en-US"/>
          </a:p>
        </p:txBody>
      </p:sp>
    </p:spTree>
    <p:extLst>
      <p:ext uri="{BB962C8B-B14F-4D97-AF65-F5344CB8AC3E}">
        <p14:creationId xmlns:p14="http://schemas.microsoft.com/office/powerpoint/2010/main" val="14621157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lvl1pPr>
              <a:defRPr/>
            </a:lvl1pPr>
          </a:lstStyle>
          <a:p>
            <a:r>
              <a:rPr lang="en-US" altLang="en-US"/>
              <a:t>5-</a:t>
            </a:r>
            <a:fld id="{488993C5-D1BF-4076-AE44-1295375BAF96}" type="slidenum">
              <a:rPr lang="en-US" altLang="en-US"/>
              <a:pPr/>
              <a:t>‹#›</a:t>
            </a:fld>
            <a:endParaRPr lang="en-US" altLang="en-US"/>
          </a:p>
        </p:txBody>
      </p:sp>
    </p:spTree>
    <p:extLst>
      <p:ext uri="{BB962C8B-B14F-4D97-AF65-F5344CB8AC3E}">
        <p14:creationId xmlns:p14="http://schemas.microsoft.com/office/powerpoint/2010/main" val="297422836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r>
              <a:rPr lang="en-US" altLang="en-US"/>
              <a:t>5-</a:t>
            </a:r>
            <a:fld id="{FF616ECF-DDE5-476E-880D-28F626606DD5}" type="slidenum">
              <a:rPr lang="en-US" altLang="en-US"/>
              <a:pPr/>
              <a:t>‹#›</a:t>
            </a:fld>
            <a:endParaRPr lang="en-US" altLang="en-US"/>
          </a:p>
        </p:txBody>
      </p:sp>
    </p:spTree>
    <p:extLst>
      <p:ext uri="{BB962C8B-B14F-4D97-AF65-F5344CB8AC3E}">
        <p14:creationId xmlns:p14="http://schemas.microsoft.com/office/powerpoint/2010/main" val="85187897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Slide Number Placeholder 4"/>
          <p:cNvSpPr>
            <a:spLocks noGrp="1"/>
          </p:cNvSpPr>
          <p:nvPr>
            <p:ph type="sldNum" sz="quarter" idx="10"/>
          </p:nvPr>
        </p:nvSpPr>
        <p:spPr/>
        <p:txBody>
          <a:bodyPr/>
          <a:lstStyle>
            <a:lvl1pPr>
              <a:defRPr/>
            </a:lvl1pPr>
          </a:lstStyle>
          <a:p>
            <a:r>
              <a:rPr lang="en-US" altLang="en-US"/>
              <a:t>5-</a:t>
            </a:r>
            <a:fld id="{CBDDFE70-954F-4100-8D37-9F780AA9B9F1}" type="slidenum">
              <a:rPr lang="en-US" altLang="en-US"/>
              <a:pPr/>
              <a:t>‹#›</a:t>
            </a:fld>
            <a:endParaRPr lang="en-US" altLang="en-US"/>
          </a:p>
        </p:txBody>
      </p:sp>
    </p:spTree>
    <p:extLst>
      <p:ext uri="{BB962C8B-B14F-4D97-AF65-F5344CB8AC3E}">
        <p14:creationId xmlns:p14="http://schemas.microsoft.com/office/powerpoint/2010/main" val="937950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Slide Number Placeholder 4"/>
          <p:cNvSpPr>
            <a:spLocks noGrp="1"/>
          </p:cNvSpPr>
          <p:nvPr>
            <p:ph type="sldNum" sz="quarter" idx="10"/>
          </p:nvPr>
        </p:nvSpPr>
        <p:spPr/>
        <p:txBody>
          <a:bodyPr/>
          <a:lstStyle>
            <a:lvl1pPr>
              <a:defRPr/>
            </a:lvl1pPr>
          </a:lstStyle>
          <a:p>
            <a:r>
              <a:rPr lang="en-US" altLang="en-US"/>
              <a:t>5-</a:t>
            </a:r>
            <a:fld id="{298F7302-3BAC-4CD9-BEDF-500D7A2F16A4}" type="slidenum">
              <a:rPr lang="en-US" altLang="en-US"/>
              <a:pPr/>
              <a:t>‹#›</a:t>
            </a:fld>
            <a:endParaRPr lang="en-US" altLang="en-US"/>
          </a:p>
        </p:txBody>
      </p:sp>
    </p:spTree>
    <p:extLst>
      <p:ext uri="{BB962C8B-B14F-4D97-AF65-F5344CB8AC3E}">
        <p14:creationId xmlns:p14="http://schemas.microsoft.com/office/powerpoint/2010/main" val="21813208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ltLang="en-US"/>
              <a:t>5-</a:t>
            </a:r>
            <a:fld id="{CC6F4D04-C2CF-4A2B-AAF0-F117C01C5E69}" type="slidenum">
              <a:rPr lang="en-US" altLang="en-US"/>
              <a:pPr/>
              <a:t>‹#›</a:t>
            </a:fld>
            <a:endParaRPr lang="en-US" altLang="en-US"/>
          </a:p>
        </p:txBody>
      </p:sp>
    </p:spTree>
    <p:extLst>
      <p:ext uri="{BB962C8B-B14F-4D97-AF65-F5344CB8AC3E}">
        <p14:creationId xmlns:p14="http://schemas.microsoft.com/office/powerpoint/2010/main" val="20856141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609600"/>
            <a:ext cx="28956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609600"/>
            <a:ext cx="8483600" cy="54864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r>
              <a:rPr lang="en-US" altLang="en-US"/>
              <a:t>5-</a:t>
            </a:r>
            <a:fld id="{4D53292F-3F5A-4846-BF8B-6F61EFF60801}" type="slidenum">
              <a:rPr lang="en-US" altLang="en-US"/>
              <a:pPr/>
              <a:t>‹#›</a:t>
            </a:fld>
            <a:endParaRPr lang="en-US" altLang="en-US"/>
          </a:p>
        </p:txBody>
      </p:sp>
    </p:spTree>
    <p:extLst>
      <p:ext uri="{BB962C8B-B14F-4D97-AF65-F5344CB8AC3E}">
        <p14:creationId xmlns:p14="http://schemas.microsoft.com/office/powerpoint/2010/main" val="229881409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347A2-6AF4-46C2-B186-862657E2AE1B}"/>
              </a:ext>
            </a:extLst>
          </p:cNvPr>
          <p:cNvSpPr>
            <a:spLocks noGrp="1"/>
          </p:cNvSpPr>
          <p:nvPr>
            <p:ph type="ctrTitle"/>
          </p:nvPr>
        </p:nvSpPr>
        <p:spPr>
          <a:xfrm>
            <a:off x="1524000" y="1122679"/>
            <a:ext cx="9144000" cy="2387870"/>
          </a:xfrm>
          <a:prstGeom prst="rect">
            <a:avLst/>
          </a:prstGeom>
        </p:spPr>
        <p:txBody>
          <a:bodyPr anchor="b"/>
          <a:lstStyle>
            <a:lvl1pPr algn="ctr">
              <a:defRPr sz="5985"/>
            </a:lvl1pPr>
          </a:lstStyle>
          <a:p>
            <a:r>
              <a:rPr lang="en-US"/>
              <a:t>Click to edit Master title style</a:t>
            </a:r>
            <a:endParaRPr lang="ne-NP"/>
          </a:p>
        </p:txBody>
      </p:sp>
      <p:sp>
        <p:nvSpPr>
          <p:cNvPr id="3" name="Subtitle 2">
            <a:extLst>
              <a:ext uri="{FF2B5EF4-FFF2-40B4-BE49-F238E27FC236}">
                <a16:creationId xmlns:a16="http://schemas.microsoft.com/office/drawing/2014/main" id="{41A43F84-7CCD-4C9C-B71E-6654D57090EE}"/>
              </a:ext>
            </a:extLst>
          </p:cNvPr>
          <p:cNvSpPr>
            <a:spLocks noGrp="1"/>
          </p:cNvSpPr>
          <p:nvPr>
            <p:ph type="subTitle" idx="1"/>
          </p:nvPr>
        </p:nvSpPr>
        <p:spPr>
          <a:xfrm>
            <a:off x="1524000" y="3602391"/>
            <a:ext cx="9144000" cy="1654723"/>
          </a:xfrm>
          <a:prstGeom prst="rect">
            <a:avLst/>
          </a:prstGeom>
        </p:spPr>
        <p:txBody>
          <a:bodyPr/>
          <a:lstStyle>
            <a:lvl1pPr marL="0" indent="0" algn="ctr">
              <a:buNone/>
              <a:defRPr sz="2394"/>
            </a:lvl1pPr>
            <a:lvl2pPr marL="456057" indent="0" algn="ctr">
              <a:buNone/>
              <a:defRPr sz="1995"/>
            </a:lvl2pPr>
            <a:lvl3pPr marL="912114" indent="0" algn="ctr">
              <a:buNone/>
              <a:defRPr sz="1795"/>
            </a:lvl3pPr>
            <a:lvl4pPr marL="1368171" indent="0" algn="ctr">
              <a:buNone/>
              <a:defRPr sz="1596"/>
            </a:lvl4pPr>
            <a:lvl5pPr marL="1824228" indent="0" algn="ctr">
              <a:buNone/>
              <a:defRPr sz="1596"/>
            </a:lvl5pPr>
            <a:lvl6pPr marL="2280285" indent="0" algn="ctr">
              <a:buNone/>
              <a:defRPr sz="1596"/>
            </a:lvl6pPr>
            <a:lvl7pPr marL="2736342" indent="0" algn="ctr">
              <a:buNone/>
              <a:defRPr sz="1596"/>
            </a:lvl7pPr>
            <a:lvl8pPr marL="3192399" indent="0" algn="ctr">
              <a:buNone/>
              <a:defRPr sz="1596"/>
            </a:lvl8pPr>
            <a:lvl9pPr marL="3648456" indent="0" algn="ctr">
              <a:buNone/>
              <a:defRPr sz="1596"/>
            </a:lvl9pPr>
          </a:lstStyle>
          <a:p>
            <a:r>
              <a:rPr lang="en-US"/>
              <a:t>Click to edit Master subtitle style</a:t>
            </a:r>
            <a:endParaRPr lang="ne-NP"/>
          </a:p>
        </p:txBody>
      </p:sp>
    </p:spTree>
    <p:extLst>
      <p:ext uri="{BB962C8B-B14F-4D97-AF65-F5344CB8AC3E}">
        <p14:creationId xmlns:p14="http://schemas.microsoft.com/office/powerpoint/2010/main" val="8838471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09626-BE82-4C4A-AF23-A62BDC318B03}"/>
              </a:ext>
            </a:extLst>
          </p:cNvPr>
          <p:cNvSpPr>
            <a:spLocks noGrp="1"/>
          </p:cNvSpPr>
          <p:nvPr>
            <p:ph type="title"/>
          </p:nvPr>
        </p:nvSpPr>
        <p:spPr>
          <a:xfrm>
            <a:off x="838200" y="365782"/>
            <a:ext cx="10515600" cy="1325362"/>
          </a:xfrm>
          <a:prstGeom prst="rect">
            <a:avLst/>
          </a:prstGeom>
        </p:spPr>
        <p:txBody>
          <a:bodyPr/>
          <a:lstStyle/>
          <a:p>
            <a:r>
              <a:rPr lang="en-US"/>
              <a:t>Click to edit Master title style</a:t>
            </a:r>
            <a:endParaRPr lang="ne-NP"/>
          </a:p>
        </p:txBody>
      </p:sp>
      <p:sp>
        <p:nvSpPr>
          <p:cNvPr id="3" name="Content Placeholder 2">
            <a:extLst>
              <a:ext uri="{FF2B5EF4-FFF2-40B4-BE49-F238E27FC236}">
                <a16:creationId xmlns:a16="http://schemas.microsoft.com/office/drawing/2014/main" id="{DFCC9428-C879-45D0-A29F-57524E387CC6}"/>
              </a:ext>
            </a:extLst>
          </p:cNvPr>
          <p:cNvSpPr>
            <a:spLocks noGrp="1"/>
          </p:cNvSpPr>
          <p:nvPr>
            <p:ph idx="1"/>
          </p:nvPr>
        </p:nvSpPr>
        <p:spPr>
          <a:xfrm>
            <a:off x="838200" y="1825739"/>
            <a:ext cx="10515600" cy="435137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e-NP"/>
          </a:p>
        </p:txBody>
      </p:sp>
    </p:spTree>
    <p:extLst>
      <p:ext uri="{BB962C8B-B14F-4D97-AF65-F5344CB8AC3E}">
        <p14:creationId xmlns:p14="http://schemas.microsoft.com/office/powerpoint/2010/main" val="71650513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BDD2-D212-45A7-880F-0AE0DF675D9F}"/>
              </a:ext>
            </a:extLst>
          </p:cNvPr>
          <p:cNvSpPr>
            <a:spLocks noGrp="1"/>
          </p:cNvSpPr>
          <p:nvPr>
            <p:ph type="title"/>
          </p:nvPr>
        </p:nvSpPr>
        <p:spPr>
          <a:xfrm>
            <a:off x="831851" y="1710145"/>
            <a:ext cx="10515600" cy="2851826"/>
          </a:xfrm>
          <a:prstGeom prst="rect">
            <a:avLst/>
          </a:prstGeom>
        </p:spPr>
        <p:txBody>
          <a:bodyPr anchor="b"/>
          <a:lstStyle>
            <a:lvl1pPr>
              <a:defRPr sz="5985"/>
            </a:lvl1pPr>
          </a:lstStyle>
          <a:p>
            <a:r>
              <a:rPr lang="en-US"/>
              <a:t>Click to edit Master title style</a:t>
            </a:r>
            <a:endParaRPr lang="ne-NP"/>
          </a:p>
        </p:txBody>
      </p:sp>
      <p:sp>
        <p:nvSpPr>
          <p:cNvPr id="3" name="Text Placeholder 2">
            <a:extLst>
              <a:ext uri="{FF2B5EF4-FFF2-40B4-BE49-F238E27FC236}">
                <a16:creationId xmlns:a16="http://schemas.microsoft.com/office/drawing/2014/main" id="{724910B1-1051-4533-AEB8-CEA7E5F3FF50}"/>
              </a:ext>
            </a:extLst>
          </p:cNvPr>
          <p:cNvSpPr>
            <a:spLocks noGrp="1"/>
          </p:cNvSpPr>
          <p:nvPr>
            <p:ph type="body" idx="1"/>
          </p:nvPr>
        </p:nvSpPr>
        <p:spPr>
          <a:xfrm>
            <a:off x="831851" y="4588890"/>
            <a:ext cx="10515600" cy="1501128"/>
          </a:xfrm>
          <a:prstGeom prst="rect">
            <a:avLst/>
          </a:prstGeom>
        </p:spPr>
        <p:txBody>
          <a:bodyPr/>
          <a:lstStyle>
            <a:lvl1pPr marL="0" indent="0">
              <a:buNone/>
              <a:defRPr sz="2394">
                <a:solidFill>
                  <a:schemeClr val="tx1">
                    <a:tint val="75000"/>
                  </a:schemeClr>
                </a:solidFill>
              </a:defRPr>
            </a:lvl1pPr>
            <a:lvl2pPr marL="456057" indent="0">
              <a:buNone/>
              <a:defRPr sz="1995">
                <a:solidFill>
                  <a:schemeClr val="tx1">
                    <a:tint val="75000"/>
                  </a:schemeClr>
                </a:solidFill>
              </a:defRPr>
            </a:lvl2pPr>
            <a:lvl3pPr marL="912114" indent="0">
              <a:buNone/>
              <a:defRPr sz="1795">
                <a:solidFill>
                  <a:schemeClr val="tx1">
                    <a:tint val="75000"/>
                  </a:schemeClr>
                </a:solidFill>
              </a:defRPr>
            </a:lvl3pPr>
            <a:lvl4pPr marL="1368171" indent="0">
              <a:buNone/>
              <a:defRPr sz="1596">
                <a:solidFill>
                  <a:schemeClr val="tx1">
                    <a:tint val="75000"/>
                  </a:schemeClr>
                </a:solidFill>
              </a:defRPr>
            </a:lvl4pPr>
            <a:lvl5pPr marL="1824228" indent="0">
              <a:buNone/>
              <a:defRPr sz="1596">
                <a:solidFill>
                  <a:schemeClr val="tx1">
                    <a:tint val="75000"/>
                  </a:schemeClr>
                </a:solidFill>
              </a:defRPr>
            </a:lvl5pPr>
            <a:lvl6pPr marL="2280285" indent="0">
              <a:buNone/>
              <a:defRPr sz="1596">
                <a:solidFill>
                  <a:schemeClr val="tx1">
                    <a:tint val="75000"/>
                  </a:schemeClr>
                </a:solidFill>
              </a:defRPr>
            </a:lvl6pPr>
            <a:lvl7pPr marL="2736342" indent="0">
              <a:buNone/>
              <a:defRPr sz="1596">
                <a:solidFill>
                  <a:schemeClr val="tx1">
                    <a:tint val="75000"/>
                  </a:schemeClr>
                </a:solidFill>
              </a:defRPr>
            </a:lvl7pPr>
            <a:lvl8pPr marL="3192399" indent="0">
              <a:buNone/>
              <a:defRPr sz="1596">
                <a:solidFill>
                  <a:schemeClr val="tx1">
                    <a:tint val="75000"/>
                  </a:schemeClr>
                </a:solidFill>
              </a:defRPr>
            </a:lvl8pPr>
            <a:lvl9pPr marL="3648456" indent="0">
              <a:buNone/>
              <a:defRPr sz="1596">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52906626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D6B58-5FE9-4E3E-B119-44867D9A8AA3}"/>
              </a:ext>
            </a:extLst>
          </p:cNvPr>
          <p:cNvSpPr>
            <a:spLocks noGrp="1"/>
          </p:cNvSpPr>
          <p:nvPr>
            <p:ph type="title"/>
          </p:nvPr>
        </p:nvSpPr>
        <p:spPr>
          <a:xfrm>
            <a:off x="838200" y="365782"/>
            <a:ext cx="10515600" cy="1325362"/>
          </a:xfrm>
          <a:prstGeom prst="rect">
            <a:avLst/>
          </a:prstGeom>
        </p:spPr>
        <p:txBody>
          <a:bodyPr/>
          <a:lstStyle/>
          <a:p>
            <a:r>
              <a:rPr lang="en-US"/>
              <a:t>Click to edit Master title style</a:t>
            </a:r>
            <a:endParaRPr lang="ne-NP"/>
          </a:p>
        </p:txBody>
      </p:sp>
      <p:sp>
        <p:nvSpPr>
          <p:cNvPr id="3" name="Content Placeholder 2">
            <a:extLst>
              <a:ext uri="{FF2B5EF4-FFF2-40B4-BE49-F238E27FC236}">
                <a16:creationId xmlns:a16="http://schemas.microsoft.com/office/drawing/2014/main" id="{D6B03B7C-C922-481F-B4AF-0F90629992CA}"/>
              </a:ext>
            </a:extLst>
          </p:cNvPr>
          <p:cNvSpPr>
            <a:spLocks noGrp="1"/>
          </p:cNvSpPr>
          <p:nvPr>
            <p:ph sz="half" idx="1"/>
          </p:nvPr>
        </p:nvSpPr>
        <p:spPr>
          <a:xfrm>
            <a:off x="838200" y="1825739"/>
            <a:ext cx="5156200" cy="435137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e-NP"/>
          </a:p>
        </p:txBody>
      </p:sp>
      <p:sp>
        <p:nvSpPr>
          <p:cNvPr id="4" name="Content Placeholder 3">
            <a:extLst>
              <a:ext uri="{FF2B5EF4-FFF2-40B4-BE49-F238E27FC236}">
                <a16:creationId xmlns:a16="http://schemas.microsoft.com/office/drawing/2014/main" id="{6BE6EFE8-2345-494F-A3F6-8D175CC12668}"/>
              </a:ext>
            </a:extLst>
          </p:cNvPr>
          <p:cNvSpPr>
            <a:spLocks noGrp="1"/>
          </p:cNvSpPr>
          <p:nvPr>
            <p:ph sz="half" idx="2"/>
          </p:nvPr>
        </p:nvSpPr>
        <p:spPr>
          <a:xfrm>
            <a:off x="6197600" y="1825739"/>
            <a:ext cx="5156200" cy="435137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e-NP"/>
          </a:p>
        </p:txBody>
      </p:sp>
    </p:spTree>
    <p:extLst>
      <p:ext uri="{BB962C8B-B14F-4D97-AF65-F5344CB8AC3E}">
        <p14:creationId xmlns:p14="http://schemas.microsoft.com/office/powerpoint/2010/main" val="51821858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116C7-D247-4E88-8891-36D568A85540}"/>
              </a:ext>
            </a:extLst>
          </p:cNvPr>
          <p:cNvSpPr>
            <a:spLocks noGrp="1"/>
          </p:cNvSpPr>
          <p:nvPr>
            <p:ph type="title"/>
          </p:nvPr>
        </p:nvSpPr>
        <p:spPr>
          <a:xfrm>
            <a:off x="840317" y="365782"/>
            <a:ext cx="10515600" cy="1325362"/>
          </a:xfrm>
          <a:prstGeom prst="rect">
            <a:avLst/>
          </a:prstGeom>
        </p:spPr>
        <p:txBody>
          <a:bodyPr/>
          <a:lstStyle/>
          <a:p>
            <a:r>
              <a:rPr lang="en-US"/>
              <a:t>Click to edit Master title style</a:t>
            </a:r>
            <a:endParaRPr lang="ne-NP"/>
          </a:p>
        </p:txBody>
      </p:sp>
      <p:sp>
        <p:nvSpPr>
          <p:cNvPr id="3" name="Text Placeholder 2">
            <a:extLst>
              <a:ext uri="{FF2B5EF4-FFF2-40B4-BE49-F238E27FC236}">
                <a16:creationId xmlns:a16="http://schemas.microsoft.com/office/drawing/2014/main" id="{9C8A94EB-ADA9-41AC-9571-49CA2CFA0253}"/>
              </a:ext>
            </a:extLst>
          </p:cNvPr>
          <p:cNvSpPr>
            <a:spLocks noGrp="1"/>
          </p:cNvSpPr>
          <p:nvPr>
            <p:ph type="body" idx="1"/>
          </p:nvPr>
        </p:nvSpPr>
        <p:spPr>
          <a:xfrm>
            <a:off x="840318" y="1681643"/>
            <a:ext cx="5158316" cy="823403"/>
          </a:xfrm>
          <a:prstGeom prst="rect">
            <a:avLst/>
          </a:prstGeom>
        </p:spPr>
        <p:txBody>
          <a:bodyPr anchor="b"/>
          <a:lstStyle>
            <a:lvl1pPr marL="0" indent="0">
              <a:buNone/>
              <a:defRPr sz="2394" b="1"/>
            </a:lvl1pPr>
            <a:lvl2pPr marL="456057" indent="0">
              <a:buNone/>
              <a:defRPr sz="1995" b="1"/>
            </a:lvl2pPr>
            <a:lvl3pPr marL="912114" indent="0">
              <a:buNone/>
              <a:defRPr sz="1795" b="1"/>
            </a:lvl3pPr>
            <a:lvl4pPr marL="1368171" indent="0">
              <a:buNone/>
              <a:defRPr sz="1596" b="1"/>
            </a:lvl4pPr>
            <a:lvl5pPr marL="1824228" indent="0">
              <a:buNone/>
              <a:defRPr sz="1596" b="1"/>
            </a:lvl5pPr>
            <a:lvl6pPr marL="2280285" indent="0">
              <a:buNone/>
              <a:defRPr sz="1596" b="1"/>
            </a:lvl6pPr>
            <a:lvl7pPr marL="2736342" indent="0">
              <a:buNone/>
              <a:defRPr sz="1596" b="1"/>
            </a:lvl7pPr>
            <a:lvl8pPr marL="3192399" indent="0">
              <a:buNone/>
              <a:defRPr sz="1596" b="1"/>
            </a:lvl8pPr>
            <a:lvl9pPr marL="3648456" indent="0">
              <a:buNone/>
              <a:defRPr sz="1596" b="1"/>
            </a:lvl9pPr>
          </a:lstStyle>
          <a:p>
            <a:pPr lvl="0"/>
            <a:r>
              <a:rPr lang="en-US"/>
              <a:t>Edit Master text styles</a:t>
            </a:r>
          </a:p>
        </p:txBody>
      </p:sp>
      <p:sp>
        <p:nvSpPr>
          <p:cNvPr id="4" name="Content Placeholder 3">
            <a:extLst>
              <a:ext uri="{FF2B5EF4-FFF2-40B4-BE49-F238E27FC236}">
                <a16:creationId xmlns:a16="http://schemas.microsoft.com/office/drawing/2014/main" id="{5A11C7E6-1024-4AAB-804E-14E72647B834}"/>
              </a:ext>
            </a:extLst>
          </p:cNvPr>
          <p:cNvSpPr>
            <a:spLocks noGrp="1"/>
          </p:cNvSpPr>
          <p:nvPr>
            <p:ph sz="half" idx="2"/>
          </p:nvPr>
        </p:nvSpPr>
        <p:spPr>
          <a:xfrm>
            <a:off x="840318" y="2505047"/>
            <a:ext cx="5158316" cy="368473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e-NP"/>
          </a:p>
        </p:txBody>
      </p:sp>
      <p:sp>
        <p:nvSpPr>
          <p:cNvPr id="5" name="Text Placeholder 4">
            <a:extLst>
              <a:ext uri="{FF2B5EF4-FFF2-40B4-BE49-F238E27FC236}">
                <a16:creationId xmlns:a16="http://schemas.microsoft.com/office/drawing/2014/main" id="{64070D18-47EC-4339-B95F-F9A2EC15F5B3}"/>
              </a:ext>
            </a:extLst>
          </p:cNvPr>
          <p:cNvSpPr>
            <a:spLocks noGrp="1"/>
          </p:cNvSpPr>
          <p:nvPr>
            <p:ph type="body" sz="quarter" idx="3"/>
          </p:nvPr>
        </p:nvSpPr>
        <p:spPr>
          <a:xfrm>
            <a:off x="6172200" y="1681643"/>
            <a:ext cx="5183717" cy="823403"/>
          </a:xfrm>
          <a:prstGeom prst="rect">
            <a:avLst/>
          </a:prstGeom>
        </p:spPr>
        <p:txBody>
          <a:bodyPr anchor="b"/>
          <a:lstStyle>
            <a:lvl1pPr marL="0" indent="0">
              <a:buNone/>
              <a:defRPr sz="2394" b="1"/>
            </a:lvl1pPr>
            <a:lvl2pPr marL="456057" indent="0">
              <a:buNone/>
              <a:defRPr sz="1995" b="1"/>
            </a:lvl2pPr>
            <a:lvl3pPr marL="912114" indent="0">
              <a:buNone/>
              <a:defRPr sz="1795" b="1"/>
            </a:lvl3pPr>
            <a:lvl4pPr marL="1368171" indent="0">
              <a:buNone/>
              <a:defRPr sz="1596" b="1"/>
            </a:lvl4pPr>
            <a:lvl5pPr marL="1824228" indent="0">
              <a:buNone/>
              <a:defRPr sz="1596" b="1"/>
            </a:lvl5pPr>
            <a:lvl6pPr marL="2280285" indent="0">
              <a:buNone/>
              <a:defRPr sz="1596" b="1"/>
            </a:lvl6pPr>
            <a:lvl7pPr marL="2736342" indent="0">
              <a:buNone/>
              <a:defRPr sz="1596" b="1"/>
            </a:lvl7pPr>
            <a:lvl8pPr marL="3192399" indent="0">
              <a:buNone/>
              <a:defRPr sz="1596" b="1"/>
            </a:lvl8pPr>
            <a:lvl9pPr marL="3648456" indent="0">
              <a:buNone/>
              <a:defRPr sz="1596" b="1"/>
            </a:lvl9pPr>
          </a:lstStyle>
          <a:p>
            <a:pPr lvl="0"/>
            <a:r>
              <a:rPr lang="en-US"/>
              <a:t>Edit Master text styles</a:t>
            </a:r>
          </a:p>
        </p:txBody>
      </p:sp>
      <p:sp>
        <p:nvSpPr>
          <p:cNvPr id="6" name="Content Placeholder 5">
            <a:extLst>
              <a:ext uri="{FF2B5EF4-FFF2-40B4-BE49-F238E27FC236}">
                <a16:creationId xmlns:a16="http://schemas.microsoft.com/office/drawing/2014/main" id="{DFD78671-4177-4B25-B60B-CCFFE974156E}"/>
              </a:ext>
            </a:extLst>
          </p:cNvPr>
          <p:cNvSpPr>
            <a:spLocks noGrp="1"/>
          </p:cNvSpPr>
          <p:nvPr>
            <p:ph sz="quarter" idx="4"/>
          </p:nvPr>
        </p:nvSpPr>
        <p:spPr>
          <a:xfrm>
            <a:off x="6172200" y="2505047"/>
            <a:ext cx="5183717" cy="368473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e-NP"/>
          </a:p>
        </p:txBody>
      </p:sp>
    </p:spTree>
    <p:extLst>
      <p:ext uri="{BB962C8B-B14F-4D97-AF65-F5344CB8AC3E}">
        <p14:creationId xmlns:p14="http://schemas.microsoft.com/office/powerpoint/2010/main" val="39590808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36FAE-EBA3-4DD7-A3A5-38AA24B43D5F}"/>
              </a:ext>
            </a:extLst>
          </p:cNvPr>
          <p:cNvSpPr>
            <a:spLocks noGrp="1"/>
          </p:cNvSpPr>
          <p:nvPr>
            <p:ph type="title"/>
          </p:nvPr>
        </p:nvSpPr>
        <p:spPr>
          <a:xfrm>
            <a:off x="838200" y="365782"/>
            <a:ext cx="10515600" cy="1325362"/>
          </a:xfrm>
          <a:prstGeom prst="rect">
            <a:avLst/>
          </a:prstGeom>
        </p:spPr>
        <p:txBody>
          <a:bodyPr/>
          <a:lstStyle/>
          <a:p>
            <a:r>
              <a:rPr lang="en-US"/>
              <a:t>Click to edit Master title style</a:t>
            </a:r>
            <a:endParaRPr lang="ne-NP"/>
          </a:p>
        </p:txBody>
      </p:sp>
    </p:spTree>
    <p:extLst>
      <p:ext uri="{BB962C8B-B14F-4D97-AF65-F5344CB8AC3E}">
        <p14:creationId xmlns:p14="http://schemas.microsoft.com/office/powerpoint/2010/main" val="40291709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4495451"/>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5F0DA-0717-4B66-A3F4-AE479F4C47EC}"/>
              </a:ext>
            </a:extLst>
          </p:cNvPr>
          <p:cNvSpPr>
            <a:spLocks noGrp="1"/>
          </p:cNvSpPr>
          <p:nvPr>
            <p:ph type="title"/>
          </p:nvPr>
        </p:nvSpPr>
        <p:spPr>
          <a:xfrm>
            <a:off x="840318" y="457623"/>
            <a:ext cx="3932767" cy="1599303"/>
          </a:xfrm>
          <a:prstGeom prst="rect">
            <a:avLst/>
          </a:prstGeom>
        </p:spPr>
        <p:txBody>
          <a:bodyPr anchor="b"/>
          <a:lstStyle>
            <a:lvl1pPr>
              <a:defRPr sz="3192"/>
            </a:lvl1pPr>
          </a:lstStyle>
          <a:p>
            <a:r>
              <a:rPr lang="en-US"/>
              <a:t>Click to edit Master title style</a:t>
            </a:r>
            <a:endParaRPr lang="ne-NP"/>
          </a:p>
        </p:txBody>
      </p:sp>
      <p:sp>
        <p:nvSpPr>
          <p:cNvPr id="3" name="Content Placeholder 2">
            <a:extLst>
              <a:ext uri="{FF2B5EF4-FFF2-40B4-BE49-F238E27FC236}">
                <a16:creationId xmlns:a16="http://schemas.microsoft.com/office/drawing/2014/main" id="{48D00681-1CCC-4DDC-8170-35539E43E77A}"/>
              </a:ext>
            </a:extLst>
          </p:cNvPr>
          <p:cNvSpPr>
            <a:spLocks noGrp="1"/>
          </p:cNvSpPr>
          <p:nvPr>
            <p:ph idx="1"/>
          </p:nvPr>
        </p:nvSpPr>
        <p:spPr>
          <a:xfrm>
            <a:off x="5183717" y="988084"/>
            <a:ext cx="6172200" cy="4872331"/>
          </a:xfrm>
          <a:prstGeom prst="rect">
            <a:avLst/>
          </a:prstGeom>
        </p:spPr>
        <p:txBody>
          <a:bodyPr/>
          <a:lstStyle>
            <a:lvl1pPr>
              <a:defRPr sz="3192"/>
            </a:lvl1pPr>
            <a:lvl2pPr>
              <a:defRPr sz="2793"/>
            </a:lvl2pPr>
            <a:lvl3pPr>
              <a:defRPr sz="2394"/>
            </a:lvl3pPr>
            <a:lvl4pPr>
              <a:defRPr sz="1995"/>
            </a:lvl4pPr>
            <a:lvl5pPr>
              <a:defRPr sz="1995"/>
            </a:lvl5pPr>
            <a:lvl6pPr>
              <a:defRPr sz="1995"/>
            </a:lvl6pPr>
            <a:lvl7pPr>
              <a:defRPr sz="1995"/>
            </a:lvl7pPr>
            <a:lvl8pPr>
              <a:defRPr sz="1995"/>
            </a:lvl8pPr>
            <a:lvl9pPr>
              <a:defRPr sz="1995"/>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e-NP"/>
          </a:p>
        </p:txBody>
      </p:sp>
      <p:sp>
        <p:nvSpPr>
          <p:cNvPr id="4" name="Text Placeholder 3">
            <a:extLst>
              <a:ext uri="{FF2B5EF4-FFF2-40B4-BE49-F238E27FC236}">
                <a16:creationId xmlns:a16="http://schemas.microsoft.com/office/drawing/2014/main" id="{04D76995-2F39-4E28-A393-B10D8013E188}"/>
              </a:ext>
            </a:extLst>
          </p:cNvPr>
          <p:cNvSpPr>
            <a:spLocks noGrp="1"/>
          </p:cNvSpPr>
          <p:nvPr>
            <p:ph type="body" sz="half" idx="2"/>
          </p:nvPr>
        </p:nvSpPr>
        <p:spPr>
          <a:xfrm>
            <a:off x="840318" y="2056925"/>
            <a:ext cx="3932767" cy="3811407"/>
          </a:xfrm>
          <a:prstGeom prst="rect">
            <a:avLst/>
          </a:prstGeom>
        </p:spPr>
        <p:txBody>
          <a:bodyPr/>
          <a:lstStyle>
            <a:lvl1pPr marL="0" indent="0">
              <a:buNone/>
              <a:defRPr sz="1596"/>
            </a:lvl1pPr>
            <a:lvl2pPr marL="456057" indent="0">
              <a:buNone/>
              <a:defRPr sz="1397"/>
            </a:lvl2pPr>
            <a:lvl3pPr marL="912114" indent="0">
              <a:buNone/>
              <a:defRPr sz="1197"/>
            </a:lvl3pPr>
            <a:lvl4pPr marL="1368171" indent="0">
              <a:buNone/>
              <a:defRPr sz="998"/>
            </a:lvl4pPr>
            <a:lvl5pPr marL="1824228" indent="0">
              <a:buNone/>
              <a:defRPr sz="998"/>
            </a:lvl5pPr>
            <a:lvl6pPr marL="2280285" indent="0">
              <a:buNone/>
              <a:defRPr sz="998"/>
            </a:lvl6pPr>
            <a:lvl7pPr marL="2736342" indent="0">
              <a:buNone/>
              <a:defRPr sz="998"/>
            </a:lvl7pPr>
            <a:lvl8pPr marL="3192399" indent="0">
              <a:buNone/>
              <a:defRPr sz="998"/>
            </a:lvl8pPr>
            <a:lvl9pPr marL="3648456" indent="0">
              <a:buNone/>
              <a:defRPr sz="998"/>
            </a:lvl9pPr>
          </a:lstStyle>
          <a:p>
            <a:pPr lvl="0"/>
            <a:r>
              <a:rPr lang="en-US"/>
              <a:t>Edit Master text styles</a:t>
            </a:r>
          </a:p>
        </p:txBody>
      </p:sp>
    </p:spTree>
    <p:extLst>
      <p:ext uri="{BB962C8B-B14F-4D97-AF65-F5344CB8AC3E}">
        <p14:creationId xmlns:p14="http://schemas.microsoft.com/office/powerpoint/2010/main" val="415977113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8987E-6BDD-4D45-B64A-A6330E3A0C54}"/>
              </a:ext>
            </a:extLst>
          </p:cNvPr>
          <p:cNvSpPr>
            <a:spLocks noGrp="1"/>
          </p:cNvSpPr>
          <p:nvPr>
            <p:ph type="title"/>
          </p:nvPr>
        </p:nvSpPr>
        <p:spPr>
          <a:xfrm>
            <a:off x="840318" y="457623"/>
            <a:ext cx="3932767" cy="1599303"/>
          </a:xfrm>
          <a:prstGeom prst="rect">
            <a:avLst/>
          </a:prstGeom>
        </p:spPr>
        <p:txBody>
          <a:bodyPr anchor="b"/>
          <a:lstStyle>
            <a:lvl1pPr>
              <a:defRPr sz="3192"/>
            </a:lvl1pPr>
          </a:lstStyle>
          <a:p>
            <a:r>
              <a:rPr lang="en-US"/>
              <a:t>Click to edit Master title style</a:t>
            </a:r>
            <a:endParaRPr lang="ne-NP"/>
          </a:p>
        </p:txBody>
      </p:sp>
      <p:sp>
        <p:nvSpPr>
          <p:cNvPr id="3" name="Picture Placeholder 2">
            <a:extLst>
              <a:ext uri="{FF2B5EF4-FFF2-40B4-BE49-F238E27FC236}">
                <a16:creationId xmlns:a16="http://schemas.microsoft.com/office/drawing/2014/main" id="{E0739119-B63B-44BC-9352-D147A9580B33}"/>
              </a:ext>
            </a:extLst>
          </p:cNvPr>
          <p:cNvSpPr>
            <a:spLocks noGrp="1"/>
          </p:cNvSpPr>
          <p:nvPr>
            <p:ph type="pic" idx="1"/>
          </p:nvPr>
        </p:nvSpPr>
        <p:spPr>
          <a:xfrm>
            <a:off x="5183717" y="988084"/>
            <a:ext cx="6172200" cy="4872331"/>
          </a:xfrm>
          <a:prstGeom prst="rect">
            <a:avLst/>
          </a:prstGeom>
        </p:spPr>
        <p:txBody>
          <a:bodyPr/>
          <a:lstStyle>
            <a:lvl1pPr marL="0" indent="0">
              <a:buNone/>
              <a:defRPr sz="3192"/>
            </a:lvl1pPr>
            <a:lvl2pPr marL="456057" indent="0">
              <a:buNone/>
              <a:defRPr sz="2793"/>
            </a:lvl2pPr>
            <a:lvl3pPr marL="912114" indent="0">
              <a:buNone/>
              <a:defRPr sz="2394"/>
            </a:lvl3pPr>
            <a:lvl4pPr marL="1368171" indent="0">
              <a:buNone/>
              <a:defRPr sz="1995"/>
            </a:lvl4pPr>
            <a:lvl5pPr marL="1824228" indent="0">
              <a:buNone/>
              <a:defRPr sz="1995"/>
            </a:lvl5pPr>
            <a:lvl6pPr marL="2280285" indent="0">
              <a:buNone/>
              <a:defRPr sz="1995"/>
            </a:lvl6pPr>
            <a:lvl7pPr marL="2736342" indent="0">
              <a:buNone/>
              <a:defRPr sz="1995"/>
            </a:lvl7pPr>
            <a:lvl8pPr marL="3192399" indent="0">
              <a:buNone/>
              <a:defRPr sz="1995"/>
            </a:lvl8pPr>
            <a:lvl9pPr marL="3648456" indent="0">
              <a:buNone/>
              <a:defRPr sz="1995"/>
            </a:lvl9pPr>
          </a:lstStyle>
          <a:p>
            <a:endParaRPr lang="ne-NP"/>
          </a:p>
        </p:txBody>
      </p:sp>
      <p:sp>
        <p:nvSpPr>
          <p:cNvPr id="4" name="Text Placeholder 3">
            <a:extLst>
              <a:ext uri="{FF2B5EF4-FFF2-40B4-BE49-F238E27FC236}">
                <a16:creationId xmlns:a16="http://schemas.microsoft.com/office/drawing/2014/main" id="{D7A48EBB-B8CE-493B-B001-1EADB57782B5}"/>
              </a:ext>
            </a:extLst>
          </p:cNvPr>
          <p:cNvSpPr>
            <a:spLocks noGrp="1"/>
          </p:cNvSpPr>
          <p:nvPr>
            <p:ph type="body" sz="half" idx="2"/>
          </p:nvPr>
        </p:nvSpPr>
        <p:spPr>
          <a:xfrm>
            <a:off x="840318" y="2056925"/>
            <a:ext cx="3932767" cy="3811407"/>
          </a:xfrm>
          <a:prstGeom prst="rect">
            <a:avLst/>
          </a:prstGeom>
        </p:spPr>
        <p:txBody>
          <a:bodyPr/>
          <a:lstStyle>
            <a:lvl1pPr marL="0" indent="0">
              <a:buNone/>
              <a:defRPr sz="1596"/>
            </a:lvl1pPr>
            <a:lvl2pPr marL="456057" indent="0">
              <a:buNone/>
              <a:defRPr sz="1397"/>
            </a:lvl2pPr>
            <a:lvl3pPr marL="912114" indent="0">
              <a:buNone/>
              <a:defRPr sz="1197"/>
            </a:lvl3pPr>
            <a:lvl4pPr marL="1368171" indent="0">
              <a:buNone/>
              <a:defRPr sz="998"/>
            </a:lvl4pPr>
            <a:lvl5pPr marL="1824228" indent="0">
              <a:buNone/>
              <a:defRPr sz="998"/>
            </a:lvl5pPr>
            <a:lvl6pPr marL="2280285" indent="0">
              <a:buNone/>
              <a:defRPr sz="998"/>
            </a:lvl6pPr>
            <a:lvl7pPr marL="2736342" indent="0">
              <a:buNone/>
              <a:defRPr sz="998"/>
            </a:lvl7pPr>
            <a:lvl8pPr marL="3192399" indent="0">
              <a:buNone/>
              <a:defRPr sz="998"/>
            </a:lvl8pPr>
            <a:lvl9pPr marL="3648456" indent="0">
              <a:buNone/>
              <a:defRPr sz="998"/>
            </a:lvl9pPr>
          </a:lstStyle>
          <a:p>
            <a:pPr lvl="0"/>
            <a:r>
              <a:rPr lang="en-US"/>
              <a:t>Edit Master text styles</a:t>
            </a:r>
          </a:p>
        </p:txBody>
      </p:sp>
    </p:spTree>
    <p:extLst>
      <p:ext uri="{BB962C8B-B14F-4D97-AF65-F5344CB8AC3E}">
        <p14:creationId xmlns:p14="http://schemas.microsoft.com/office/powerpoint/2010/main" val="242741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C1EED-8184-4F33-9F6D-C60BB314D3EC}"/>
              </a:ext>
            </a:extLst>
          </p:cNvPr>
          <p:cNvSpPr>
            <a:spLocks noGrp="1"/>
          </p:cNvSpPr>
          <p:nvPr>
            <p:ph type="title"/>
          </p:nvPr>
        </p:nvSpPr>
        <p:spPr>
          <a:xfrm>
            <a:off x="838200" y="365782"/>
            <a:ext cx="10515600" cy="1325362"/>
          </a:xfrm>
          <a:prstGeom prst="rect">
            <a:avLst/>
          </a:prstGeom>
        </p:spPr>
        <p:txBody>
          <a:bodyPr/>
          <a:lstStyle/>
          <a:p>
            <a:r>
              <a:rPr lang="en-US"/>
              <a:t>Click to edit Master title style</a:t>
            </a:r>
            <a:endParaRPr lang="ne-NP"/>
          </a:p>
        </p:txBody>
      </p:sp>
      <p:sp>
        <p:nvSpPr>
          <p:cNvPr id="3" name="Vertical Text Placeholder 2">
            <a:extLst>
              <a:ext uri="{FF2B5EF4-FFF2-40B4-BE49-F238E27FC236}">
                <a16:creationId xmlns:a16="http://schemas.microsoft.com/office/drawing/2014/main" id="{0117FD42-F624-45EB-B6A2-FFBEE72FE5AF}"/>
              </a:ext>
            </a:extLst>
          </p:cNvPr>
          <p:cNvSpPr>
            <a:spLocks noGrp="1"/>
          </p:cNvSpPr>
          <p:nvPr>
            <p:ph type="body" orient="vert" idx="1"/>
          </p:nvPr>
        </p:nvSpPr>
        <p:spPr>
          <a:xfrm>
            <a:off x="838200" y="1825739"/>
            <a:ext cx="10515600" cy="4351370"/>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e-NP"/>
          </a:p>
        </p:txBody>
      </p:sp>
    </p:spTree>
    <p:extLst>
      <p:ext uri="{BB962C8B-B14F-4D97-AF65-F5344CB8AC3E}">
        <p14:creationId xmlns:p14="http://schemas.microsoft.com/office/powerpoint/2010/main" val="231065776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D85CE7-DD46-4246-B9A7-F04463027E7D}"/>
              </a:ext>
            </a:extLst>
          </p:cNvPr>
          <p:cNvSpPr>
            <a:spLocks noGrp="1"/>
          </p:cNvSpPr>
          <p:nvPr>
            <p:ph type="title" orient="vert"/>
          </p:nvPr>
        </p:nvSpPr>
        <p:spPr>
          <a:xfrm>
            <a:off x="8724901" y="365782"/>
            <a:ext cx="2628900" cy="5811327"/>
          </a:xfrm>
          <a:prstGeom prst="rect">
            <a:avLst/>
          </a:prstGeom>
        </p:spPr>
        <p:txBody>
          <a:bodyPr vert="eaVert"/>
          <a:lstStyle/>
          <a:p>
            <a:r>
              <a:rPr lang="en-US"/>
              <a:t>Click to edit Master title style</a:t>
            </a:r>
            <a:endParaRPr lang="ne-NP"/>
          </a:p>
        </p:txBody>
      </p:sp>
      <p:sp>
        <p:nvSpPr>
          <p:cNvPr id="3" name="Vertical Text Placeholder 2">
            <a:extLst>
              <a:ext uri="{FF2B5EF4-FFF2-40B4-BE49-F238E27FC236}">
                <a16:creationId xmlns:a16="http://schemas.microsoft.com/office/drawing/2014/main" id="{B9CA46E3-A01F-44D7-A398-5A75C11EF0D8}"/>
              </a:ext>
            </a:extLst>
          </p:cNvPr>
          <p:cNvSpPr>
            <a:spLocks noGrp="1"/>
          </p:cNvSpPr>
          <p:nvPr>
            <p:ph type="body" orient="vert" idx="1"/>
          </p:nvPr>
        </p:nvSpPr>
        <p:spPr>
          <a:xfrm>
            <a:off x="838201" y="365782"/>
            <a:ext cx="7683500" cy="5811327"/>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e-NP"/>
          </a:p>
        </p:txBody>
      </p:sp>
    </p:spTree>
    <p:extLst>
      <p:ext uri="{BB962C8B-B14F-4D97-AF65-F5344CB8AC3E}">
        <p14:creationId xmlns:p14="http://schemas.microsoft.com/office/powerpoint/2010/main" val="1569646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DA8A8D-6F06-4532-8D1F-B0D67FD705CF}" type="datetimeFigureOut">
              <a:rPr lang="en-US" smtClean="0"/>
              <a:t>2/11/2018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22031D-8EF6-41F0-834B-AC289E77E1A1}" type="slidenum">
              <a:rPr lang="en-US" smtClean="0"/>
              <a:t>‹#›</a:t>
            </a:fld>
            <a:endParaRPr lang="en-US"/>
          </a:p>
        </p:txBody>
      </p:sp>
    </p:spTree>
    <p:extLst>
      <p:ext uri="{BB962C8B-B14F-4D97-AF65-F5344CB8AC3E}">
        <p14:creationId xmlns:p14="http://schemas.microsoft.com/office/powerpoint/2010/main" val="1201841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anose="020F0502020204030204" pitchFamily="34" charset="0"/>
              </a:defRPr>
            </a:lvl1pPr>
          </a:lstStyle>
          <a:p>
            <a:fld id="{E7E8B4C1-F014-42CE-B665-BFC07B94D1F8}" type="datetime1">
              <a:rPr lang="en-CA" altLang="en-US"/>
              <a:pPr/>
              <a:t>2018-02-11</a:t>
            </a:fld>
            <a:endParaRPr lang="en-CA" alt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endParaRPr lang="en-CA"/>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48BB7692-DD62-442F-A810-68413C09897B}" type="slidenum">
              <a:rPr lang="en-CA" altLang="en-US"/>
              <a:pPr/>
              <a:t>‹#›</a:t>
            </a:fld>
            <a:endParaRPr lang="en-CA" altLang="en-US"/>
          </a:p>
        </p:txBody>
      </p:sp>
    </p:spTree>
    <p:extLst>
      <p:ext uri="{BB962C8B-B14F-4D97-AF65-F5344CB8AC3E}">
        <p14:creationId xmlns:p14="http://schemas.microsoft.com/office/powerpoint/2010/main" val="307720151"/>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ctr" rtl="0" eaLnBrk="0" fontAlgn="base" hangingPunct="0">
        <a:spcBef>
          <a:spcPct val="0"/>
        </a:spcBef>
        <a:spcAft>
          <a:spcPct val="0"/>
        </a:spcAft>
        <a:defRPr sz="4400" kern="1200">
          <a:solidFill>
            <a:schemeClr val="hlink"/>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hlink"/>
          </a:solidFill>
          <a:latin typeface="Calibri" pitchFamily="34" charset="0"/>
          <a:ea typeface="ＭＳ Ｐゴシック" charset="-128"/>
          <a:cs typeface="ＭＳ Ｐゴシック" charset="-128"/>
        </a:defRPr>
      </a:lvl2pPr>
      <a:lvl3pPr algn="ctr" rtl="0" eaLnBrk="0" fontAlgn="base" hangingPunct="0">
        <a:spcBef>
          <a:spcPct val="0"/>
        </a:spcBef>
        <a:spcAft>
          <a:spcPct val="0"/>
        </a:spcAft>
        <a:defRPr sz="4400">
          <a:solidFill>
            <a:schemeClr val="hlink"/>
          </a:solidFill>
          <a:latin typeface="Calibri" pitchFamily="34" charset="0"/>
          <a:ea typeface="ＭＳ Ｐゴシック" charset="-128"/>
          <a:cs typeface="ＭＳ Ｐゴシック" charset="-128"/>
        </a:defRPr>
      </a:lvl3pPr>
      <a:lvl4pPr algn="ctr" rtl="0" eaLnBrk="0" fontAlgn="base" hangingPunct="0">
        <a:spcBef>
          <a:spcPct val="0"/>
        </a:spcBef>
        <a:spcAft>
          <a:spcPct val="0"/>
        </a:spcAft>
        <a:defRPr sz="4400">
          <a:solidFill>
            <a:schemeClr val="hlink"/>
          </a:solidFill>
          <a:latin typeface="Calibri" pitchFamily="34" charset="0"/>
          <a:ea typeface="ＭＳ Ｐゴシック" charset="-128"/>
          <a:cs typeface="ＭＳ Ｐゴシック" charset="-128"/>
        </a:defRPr>
      </a:lvl4pPr>
      <a:lvl5pPr algn="ctr" rtl="0" eaLnBrk="0" fontAlgn="base" hangingPunct="0">
        <a:spcBef>
          <a:spcPct val="0"/>
        </a:spcBef>
        <a:spcAft>
          <a:spcPct val="0"/>
        </a:spcAft>
        <a:defRPr sz="4400">
          <a:solidFill>
            <a:schemeClr val="hlink"/>
          </a:solidFill>
          <a:latin typeface="Calibri" pitchFamily="34" charset="0"/>
          <a:ea typeface="ＭＳ Ｐゴシック" charset="-128"/>
          <a:cs typeface="ＭＳ Ｐゴシック" charset="-128"/>
        </a:defRPr>
      </a:lvl5pPr>
      <a:lvl6pPr marL="457200" algn="ctr" rtl="0" fontAlgn="base">
        <a:spcBef>
          <a:spcPct val="0"/>
        </a:spcBef>
        <a:spcAft>
          <a:spcPct val="0"/>
        </a:spcAft>
        <a:defRPr sz="4400">
          <a:solidFill>
            <a:schemeClr val="hlink"/>
          </a:solidFill>
          <a:latin typeface="Calibri" pitchFamily="34" charset="0"/>
        </a:defRPr>
      </a:lvl6pPr>
      <a:lvl7pPr marL="914400" algn="ctr" rtl="0" fontAlgn="base">
        <a:spcBef>
          <a:spcPct val="0"/>
        </a:spcBef>
        <a:spcAft>
          <a:spcPct val="0"/>
        </a:spcAft>
        <a:defRPr sz="4400">
          <a:solidFill>
            <a:schemeClr val="hlink"/>
          </a:solidFill>
          <a:latin typeface="Calibri" pitchFamily="34" charset="0"/>
        </a:defRPr>
      </a:lvl7pPr>
      <a:lvl8pPr marL="1371600" algn="ctr" rtl="0" fontAlgn="base">
        <a:spcBef>
          <a:spcPct val="0"/>
        </a:spcBef>
        <a:spcAft>
          <a:spcPct val="0"/>
        </a:spcAft>
        <a:defRPr sz="4400">
          <a:solidFill>
            <a:schemeClr val="hlink"/>
          </a:solidFill>
          <a:latin typeface="Calibri" pitchFamily="34" charset="0"/>
        </a:defRPr>
      </a:lvl8pPr>
      <a:lvl9pPr marL="1828800" algn="ctr" rtl="0" fontAlgn="base">
        <a:spcBef>
          <a:spcPct val="0"/>
        </a:spcBef>
        <a:spcAft>
          <a:spcPct val="0"/>
        </a:spcAft>
        <a:defRPr sz="4400">
          <a:solidFill>
            <a:schemeClr val="hlink"/>
          </a:solidFill>
          <a:latin typeface="Calibri" pitchFamily="34" charset="0"/>
        </a:defRPr>
      </a:lvl9pPr>
    </p:titleStyle>
    <p:bodyStyle>
      <a:lvl1pPr marL="342900" indent="-342900" algn="l" rtl="0" eaLnBrk="0" fontAlgn="base" hangingPunct="0">
        <a:spcBef>
          <a:spcPct val="20000"/>
        </a:spcBef>
        <a:spcAft>
          <a:spcPct val="0"/>
        </a:spcAft>
        <a:buClr>
          <a:srgbClr val="FF0000"/>
        </a:buClr>
        <a:buFont typeface="Arial" panose="020B0604020202020204" pitchFamily="34" charset="0"/>
        <a:buChar char="•"/>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12192000" cy="914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0" y="1066800"/>
            <a:ext cx="12192000" cy="533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812800" y="64008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Times New Roman" pitchFamily="18" charset="0"/>
                <a:ea typeface="+mn-ea"/>
              </a:defRPr>
            </a:lvl1pPr>
          </a:lstStyle>
          <a:p>
            <a:pPr>
              <a:defRPr/>
            </a:pPr>
            <a:endParaRPr lang="en-US" altLang="en-US"/>
          </a:p>
        </p:txBody>
      </p:sp>
      <p:sp>
        <p:nvSpPr>
          <p:cNvPr id="1029" name="Rectangle 5"/>
          <p:cNvSpPr>
            <a:spLocks noGrp="1" noChangeArrowheads="1"/>
          </p:cNvSpPr>
          <p:nvPr>
            <p:ph type="ftr" sz="quarter" idx="3"/>
          </p:nvPr>
        </p:nvSpPr>
        <p:spPr bwMode="auto">
          <a:xfrm>
            <a:off x="4165600" y="64008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Times New Roman" pitchFamily="18" charset="0"/>
                <a:ea typeface="+mn-ea"/>
              </a:defRPr>
            </a:lvl1pPr>
          </a:lstStyle>
          <a:p>
            <a:pPr>
              <a:defRPr/>
            </a:pPr>
            <a:endParaRPr lang="en-US" altLang="en-US"/>
          </a:p>
        </p:txBody>
      </p:sp>
      <p:sp>
        <p:nvSpPr>
          <p:cNvPr id="1030" name="Rectangle 6"/>
          <p:cNvSpPr>
            <a:spLocks noGrp="1" noChangeArrowheads="1"/>
          </p:cNvSpPr>
          <p:nvPr>
            <p:ph type="sldNum" sz="quarter" idx="4"/>
          </p:nvPr>
        </p:nvSpPr>
        <p:spPr bwMode="auto">
          <a:xfrm>
            <a:off x="9652000" y="64008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8C58E1DB-1FB5-4127-B1A6-554D49F07395}" type="slidenum">
              <a:rPr lang="en-US" altLang="en-US"/>
              <a:pPr/>
              <a:t>‹#›</a:t>
            </a:fld>
            <a:endParaRPr lang="en-US" altLang="en-US"/>
          </a:p>
        </p:txBody>
      </p:sp>
    </p:spTree>
    <p:extLst>
      <p:ext uri="{BB962C8B-B14F-4D97-AF65-F5344CB8AC3E}">
        <p14:creationId xmlns:p14="http://schemas.microsoft.com/office/powerpoint/2010/main" val="218152430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ctr" rtl="0" eaLnBrk="0" fontAlgn="base" hangingPunct="0">
        <a:spcBef>
          <a:spcPct val="0"/>
        </a:spcBef>
        <a:spcAft>
          <a:spcPct val="0"/>
        </a:spcAft>
        <a:defRPr sz="4000">
          <a:solidFill>
            <a:schemeClr val="tx2"/>
          </a:solidFill>
          <a:latin typeface="+mj-lt"/>
          <a:ea typeface="ＭＳ Ｐゴシック" charset="0"/>
          <a:cs typeface="+mj-cs"/>
        </a:defRPr>
      </a:lvl1pPr>
      <a:lvl2pPr algn="ctr" rtl="0" eaLnBrk="0" fontAlgn="base" hangingPunct="0">
        <a:spcBef>
          <a:spcPct val="0"/>
        </a:spcBef>
        <a:spcAft>
          <a:spcPct val="0"/>
        </a:spcAft>
        <a:defRPr sz="4000">
          <a:solidFill>
            <a:schemeClr val="tx2"/>
          </a:solidFill>
          <a:latin typeface="Times New Roman" pitchFamily="18" charset="0"/>
          <a:ea typeface="ＭＳ Ｐゴシック" charset="0"/>
        </a:defRPr>
      </a:lvl2pPr>
      <a:lvl3pPr algn="ctr" rtl="0" eaLnBrk="0" fontAlgn="base" hangingPunct="0">
        <a:spcBef>
          <a:spcPct val="0"/>
        </a:spcBef>
        <a:spcAft>
          <a:spcPct val="0"/>
        </a:spcAft>
        <a:defRPr sz="4000">
          <a:solidFill>
            <a:schemeClr val="tx2"/>
          </a:solidFill>
          <a:latin typeface="Times New Roman" pitchFamily="18" charset="0"/>
          <a:ea typeface="ＭＳ Ｐゴシック" charset="0"/>
        </a:defRPr>
      </a:lvl3pPr>
      <a:lvl4pPr algn="ctr" rtl="0" eaLnBrk="0" fontAlgn="base" hangingPunct="0">
        <a:spcBef>
          <a:spcPct val="0"/>
        </a:spcBef>
        <a:spcAft>
          <a:spcPct val="0"/>
        </a:spcAft>
        <a:defRPr sz="4000">
          <a:solidFill>
            <a:schemeClr val="tx2"/>
          </a:solidFill>
          <a:latin typeface="Times New Roman" pitchFamily="18" charset="0"/>
          <a:ea typeface="ＭＳ Ｐゴシック" charset="0"/>
        </a:defRPr>
      </a:lvl4pPr>
      <a:lvl5pPr algn="ctr" rtl="0" eaLnBrk="0" fontAlgn="base" hangingPunct="0">
        <a:spcBef>
          <a:spcPct val="0"/>
        </a:spcBef>
        <a:spcAft>
          <a:spcPct val="0"/>
        </a:spcAft>
        <a:defRPr sz="4000">
          <a:solidFill>
            <a:schemeClr val="tx2"/>
          </a:solidFill>
          <a:latin typeface="Times New Roman" pitchFamily="18" charset="0"/>
          <a:ea typeface="ＭＳ Ｐゴシック" charset="0"/>
        </a:defRPr>
      </a:lvl5pPr>
      <a:lvl6pPr marL="457200" algn="ctr" rtl="0" fontAlgn="base">
        <a:spcBef>
          <a:spcPct val="0"/>
        </a:spcBef>
        <a:spcAft>
          <a:spcPct val="0"/>
        </a:spcAft>
        <a:defRPr sz="4000">
          <a:solidFill>
            <a:schemeClr val="tx2"/>
          </a:solidFill>
          <a:latin typeface="Times New Roman" pitchFamily="18" charset="0"/>
        </a:defRPr>
      </a:lvl6pPr>
      <a:lvl7pPr marL="914400" algn="ctr" rtl="0" fontAlgn="base">
        <a:spcBef>
          <a:spcPct val="0"/>
        </a:spcBef>
        <a:spcAft>
          <a:spcPct val="0"/>
        </a:spcAft>
        <a:defRPr sz="4000">
          <a:solidFill>
            <a:schemeClr val="tx2"/>
          </a:solidFill>
          <a:latin typeface="Times New Roman" pitchFamily="18" charset="0"/>
        </a:defRPr>
      </a:lvl7pPr>
      <a:lvl8pPr marL="1371600" algn="ctr" rtl="0" fontAlgn="base">
        <a:spcBef>
          <a:spcPct val="0"/>
        </a:spcBef>
        <a:spcAft>
          <a:spcPct val="0"/>
        </a:spcAft>
        <a:defRPr sz="4000">
          <a:solidFill>
            <a:schemeClr val="tx2"/>
          </a:solidFill>
          <a:latin typeface="Times New Roman" pitchFamily="18" charset="0"/>
        </a:defRPr>
      </a:lvl8pPr>
      <a:lvl9pPr marL="1828800" algn="ctr" rtl="0" fontAlgn="base">
        <a:spcBef>
          <a:spcPct val="0"/>
        </a:spcBef>
        <a:spcAft>
          <a:spcPct val="0"/>
        </a:spcAft>
        <a:defRPr sz="40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68540849-D7E1-4D0E-9D48-09A6B7F06EAE}" type="datetimeFigureOut">
              <a:rPr lang="en-US"/>
              <a:pPr>
                <a:defRPr/>
              </a:pPr>
              <a:t>2/11/2018</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dirty="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2DC21D0B-319B-4CDF-9956-4FCB39F46322}" type="slidenum">
              <a:rPr lang="en-US" altLang="en-US"/>
              <a:pPr/>
              <a:t>‹#›</a:t>
            </a:fld>
            <a:endParaRPr lang="en-US" altLang="en-US"/>
          </a:p>
        </p:txBody>
      </p:sp>
    </p:spTree>
    <p:extLst>
      <p:ext uri="{BB962C8B-B14F-4D97-AF65-F5344CB8AC3E}">
        <p14:creationId xmlns:p14="http://schemas.microsoft.com/office/powerpoint/2010/main" val="235128812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234" name="Rectangle 2050"/>
          <p:cNvSpPr>
            <a:spLocks noGrp="1" noChangeArrowheads="1"/>
          </p:cNvSpPr>
          <p:nvPr>
            <p:ph type="title"/>
          </p:nvPr>
        </p:nvSpPr>
        <p:spPr bwMode="auto">
          <a:xfrm>
            <a:off x="304800" y="609600"/>
            <a:ext cx="1158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95235" name="Rectangle 2051"/>
          <p:cNvSpPr>
            <a:spLocks noGrp="1" noChangeArrowheads="1"/>
          </p:cNvSpPr>
          <p:nvPr>
            <p:ph type="body" idx="1"/>
          </p:nvPr>
        </p:nvSpPr>
        <p:spPr bwMode="auto">
          <a:xfrm>
            <a:off x="304800" y="1143000"/>
            <a:ext cx="11582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5236" name="Rectangle 2052"/>
          <p:cNvSpPr>
            <a:spLocks noGrp="1" noChangeArrowheads="1"/>
          </p:cNvSpPr>
          <p:nvPr>
            <p:ph type="sldNum" sz="quarter" idx="4"/>
          </p:nvPr>
        </p:nvSpPr>
        <p:spPr bwMode="auto">
          <a:xfrm>
            <a:off x="8737600" y="6324600"/>
            <a:ext cx="3149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a:lvl1pPr>
          </a:lstStyle>
          <a:p>
            <a:r>
              <a:rPr lang="en-US" altLang="en-US"/>
              <a:t>5-</a:t>
            </a:r>
            <a:fld id="{75EFAADC-DB6C-4EAB-8E09-02D03601876C}" type="slidenum">
              <a:rPr lang="en-US" altLang="en-US"/>
              <a:pPr/>
              <a:t>‹#›</a:t>
            </a:fld>
            <a:endParaRPr lang="en-US" altLang="en-US"/>
          </a:p>
        </p:txBody>
      </p:sp>
      <p:sp>
        <p:nvSpPr>
          <p:cNvPr id="95237" name="Text Box 2053"/>
          <p:cNvSpPr txBox="1">
            <a:spLocks noChangeArrowheads="1"/>
          </p:cNvSpPr>
          <p:nvPr/>
        </p:nvSpPr>
        <p:spPr bwMode="auto">
          <a:xfrm>
            <a:off x="812800" y="228601"/>
            <a:ext cx="1056640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800"/>
              <a:t>Copyright © The McGraw-Hill Companies, Inc.  Permission required for reproduction or display.</a:t>
            </a:r>
          </a:p>
        </p:txBody>
      </p:sp>
    </p:spTree>
    <p:extLst>
      <p:ext uri="{BB962C8B-B14F-4D97-AF65-F5344CB8AC3E}">
        <p14:creationId xmlns:p14="http://schemas.microsoft.com/office/powerpoint/2010/main" val="3650211928"/>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hf hdr="0" ftr="0" dt="0"/>
  <p:txStyles>
    <p:titleStyle>
      <a:lvl1pPr algn="l" rtl="0" eaLnBrk="0" fontAlgn="base" hangingPunct="0">
        <a:spcBef>
          <a:spcPct val="0"/>
        </a:spcBef>
        <a:spcAft>
          <a:spcPct val="0"/>
        </a:spcAft>
        <a:defRPr sz="2800" b="1" kern="1200">
          <a:solidFill>
            <a:schemeClr val="accent2"/>
          </a:solidFill>
          <a:latin typeface="+mj-lt"/>
          <a:ea typeface="+mj-ea"/>
          <a:cs typeface="+mj-cs"/>
        </a:defRPr>
      </a:lvl1pPr>
      <a:lvl2pPr algn="l" rtl="0" eaLnBrk="0" fontAlgn="base" hangingPunct="0">
        <a:spcBef>
          <a:spcPct val="0"/>
        </a:spcBef>
        <a:spcAft>
          <a:spcPct val="0"/>
        </a:spcAft>
        <a:defRPr sz="2800" b="1">
          <a:solidFill>
            <a:schemeClr val="accent2"/>
          </a:solidFill>
          <a:latin typeface="Arial" panose="020B0604020202020204" pitchFamily="34" charset="0"/>
        </a:defRPr>
      </a:lvl2pPr>
      <a:lvl3pPr algn="l" rtl="0" eaLnBrk="0" fontAlgn="base" hangingPunct="0">
        <a:spcBef>
          <a:spcPct val="0"/>
        </a:spcBef>
        <a:spcAft>
          <a:spcPct val="0"/>
        </a:spcAft>
        <a:defRPr sz="2800" b="1">
          <a:solidFill>
            <a:schemeClr val="accent2"/>
          </a:solidFill>
          <a:latin typeface="Arial" panose="020B0604020202020204" pitchFamily="34" charset="0"/>
        </a:defRPr>
      </a:lvl3pPr>
      <a:lvl4pPr algn="l" rtl="0" eaLnBrk="0" fontAlgn="base" hangingPunct="0">
        <a:spcBef>
          <a:spcPct val="0"/>
        </a:spcBef>
        <a:spcAft>
          <a:spcPct val="0"/>
        </a:spcAft>
        <a:defRPr sz="2800" b="1">
          <a:solidFill>
            <a:schemeClr val="accent2"/>
          </a:solidFill>
          <a:latin typeface="Arial" panose="020B0604020202020204" pitchFamily="34" charset="0"/>
        </a:defRPr>
      </a:lvl4pPr>
      <a:lvl5pPr algn="l" rtl="0" eaLnBrk="0" fontAlgn="base" hangingPunct="0">
        <a:spcBef>
          <a:spcPct val="0"/>
        </a:spcBef>
        <a:spcAft>
          <a:spcPct val="0"/>
        </a:spcAft>
        <a:defRPr sz="2800" b="1">
          <a:solidFill>
            <a:schemeClr val="accent2"/>
          </a:solidFill>
          <a:latin typeface="Arial" panose="020B0604020202020204" pitchFamily="34" charset="0"/>
        </a:defRPr>
      </a:lvl5pPr>
      <a:lvl6pPr marL="457200" algn="l" rtl="0" eaLnBrk="0" fontAlgn="base" hangingPunct="0">
        <a:spcBef>
          <a:spcPct val="0"/>
        </a:spcBef>
        <a:spcAft>
          <a:spcPct val="0"/>
        </a:spcAft>
        <a:defRPr sz="2800" b="1">
          <a:solidFill>
            <a:schemeClr val="accent2"/>
          </a:solidFill>
          <a:latin typeface="Arial" panose="020B0604020202020204" pitchFamily="34" charset="0"/>
        </a:defRPr>
      </a:lvl6pPr>
      <a:lvl7pPr marL="914400" algn="l" rtl="0" eaLnBrk="0" fontAlgn="base" hangingPunct="0">
        <a:spcBef>
          <a:spcPct val="0"/>
        </a:spcBef>
        <a:spcAft>
          <a:spcPct val="0"/>
        </a:spcAft>
        <a:defRPr sz="2800" b="1">
          <a:solidFill>
            <a:schemeClr val="accent2"/>
          </a:solidFill>
          <a:latin typeface="Arial" panose="020B0604020202020204" pitchFamily="34" charset="0"/>
        </a:defRPr>
      </a:lvl7pPr>
      <a:lvl8pPr marL="1371600" algn="l" rtl="0" eaLnBrk="0" fontAlgn="base" hangingPunct="0">
        <a:spcBef>
          <a:spcPct val="0"/>
        </a:spcBef>
        <a:spcAft>
          <a:spcPct val="0"/>
        </a:spcAft>
        <a:defRPr sz="2800" b="1">
          <a:solidFill>
            <a:schemeClr val="accent2"/>
          </a:solidFill>
          <a:latin typeface="Arial" panose="020B0604020202020204" pitchFamily="34" charset="0"/>
        </a:defRPr>
      </a:lvl8pPr>
      <a:lvl9pPr marL="1828800" algn="l" rtl="0" eaLnBrk="0" fontAlgn="base" hangingPunct="0">
        <a:spcBef>
          <a:spcPct val="0"/>
        </a:spcBef>
        <a:spcAft>
          <a:spcPct val="0"/>
        </a:spcAft>
        <a:defRPr sz="2800" b="1">
          <a:solidFill>
            <a:schemeClr val="accent2"/>
          </a:solidFill>
          <a:latin typeface="Arial" panose="020B0604020202020204" pitchFamily="34" charset="0"/>
        </a:defRPr>
      </a:lvl9pPr>
    </p:titleStyle>
    <p:bodyStyle>
      <a:lvl1pPr algn="l" rtl="0" eaLnBrk="0" fontAlgn="base" hangingPunct="0">
        <a:spcBef>
          <a:spcPct val="20000"/>
        </a:spcBef>
        <a:spcAft>
          <a:spcPct val="0"/>
        </a:spcAft>
        <a:defRPr sz="2400" b="1" kern="1200">
          <a:solidFill>
            <a:schemeClr val="tx1"/>
          </a:solidFill>
          <a:latin typeface="+mn-lt"/>
          <a:ea typeface="+mn-ea"/>
          <a:cs typeface="+mn-cs"/>
        </a:defRPr>
      </a:lvl1pPr>
      <a:lvl2pPr marL="576263" indent="-234950" algn="l" rtl="0" eaLnBrk="0" fontAlgn="base" hangingPunct="0">
        <a:spcBef>
          <a:spcPct val="20000"/>
        </a:spcBef>
        <a:spcAft>
          <a:spcPct val="0"/>
        </a:spcAft>
        <a:buChar char="•"/>
        <a:defRPr sz="2000" b="1" kern="1200">
          <a:solidFill>
            <a:schemeClr val="tx1"/>
          </a:solidFill>
          <a:latin typeface="+mn-lt"/>
          <a:ea typeface="+mn-ea"/>
          <a:cs typeface="+mn-cs"/>
        </a:defRPr>
      </a:lvl2pPr>
      <a:lvl3pPr marL="1022350" indent="-222250" algn="l" rtl="0" eaLnBrk="0" fontAlgn="base" hangingPunct="0">
        <a:spcBef>
          <a:spcPct val="20000"/>
        </a:spcBef>
        <a:spcAft>
          <a:spcPct val="0"/>
        </a:spcAft>
        <a:buFont typeface="Wingdings" panose="05000000000000000000" pitchFamily="2" charset="2"/>
        <a:buChar char="Ø"/>
        <a:defRPr sz="2000" b="1" kern="1200">
          <a:solidFill>
            <a:schemeClr val="tx1"/>
          </a:solidFill>
          <a:latin typeface="+mn-lt"/>
          <a:ea typeface="+mn-ea"/>
          <a:cs typeface="+mn-cs"/>
        </a:defRPr>
      </a:lvl3pPr>
      <a:lvl4pPr marL="1366838" indent="-176213" algn="l" rtl="0" eaLnBrk="0" fontAlgn="base" hangingPunct="0">
        <a:spcBef>
          <a:spcPct val="20000"/>
        </a:spcBef>
        <a:spcAft>
          <a:spcPct val="0"/>
        </a:spcAft>
        <a:buChar char="–"/>
        <a:defRPr b="1" kern="1200">
          <a:solidFill>
            <a:schemeClr val="tx1"/>
          </a:solidFill>
          <a:latin typeface="+mn-lt"/>
          <a:ea typeface="+mn-ea"/>
          <a:cs typeface="+mn-cs"/>
        </a:defRPr>
      </a:lvl4pPr>
      <a:lvl5pPr marL="1716088" indent="-176213" algn="l" rtl="0" eaLnBrk="0" fontAlgn="base" hangingPunct="0">
        <a:spcBef>
          <a:spcPct val="20000"/>
        </a:spcBef>
        <a:spcAft>
          <a:spcPct val="0"/>
        </a:spcAft>
        <a:buChar char="•"/>
        <a:defRPr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0685625"/>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2114" rtl="0" eaLnBrk="1" latinLnBrk="0" hangingPunct="1">
        <a:lnSpc>
          <a:spcPct val="90000"/>
        </a:lnSpc>
        <a:spcBef>
          <a:spcPct val="0"/>
        </a:spcBef>
        <a:buNone/>
        <a:defRPr sz="4389" kern="1200">
          <a:solidFill>
            <a:schemeClr val="tx1"/>
          </a:solidFill>
          <a:latin typeface="+mj-lt"/>
          <a:ea typeface="+mj-ea"/>
          <a:cs typeface="+mj-cs"/>
        </a:defRPr>
      </a:lvl1pPr>
    </p:titleStyle>
    <p:bodyStyle>
      <a:lvl1pPr marL="228029" indent="-228029" algn="l" defTabSz="912114" rtl="0" eaLnBrk="1" latinLnBrk="0" hangingPunct="1">
        <a:lnSpc>
          <a:spcPct val="90000"/>
        </a:lnSpc>
        <a:spcBef>
          <a:spcPts val="998"/>
        </a:spcBef>
        <a:buFont typeface="Arial" panose="020B0604020202020204" pitchFamily="34" charset="0"/>
        <a:buChar char="•"/>
        <a:defRPr sz="2793" kern="1200">
          <a:solidFill>
            <a:schemeClr val="tx1"/>
          </a:solidFill>
          <a:latin typeface="+mn-lt"/>
          <a:ea typeface="+mn-ea"/>
          <a:cs typeface="+mn-cs"/>
        </a:defRPr>
      </a:lvl1pPr>
      <a:lvl2pPr marL="684086" indent="-228029" algn="l" defTabSz="912114" rtl="0" eaLnBrk="1" latinLnBrk="0" hangingPunct="1">
        <a:lnSpc>
          <a:spcPct val="90000"/>
        </a:lnSpc>
        <a:spcBef>
          <a:spcPts val="499"/>
        </a:spcBef>
        <a:buFont typeface="Arial" panose="020B0604020202020204" pitchFamily="34" charset="0"/>
        <a:buChar char="•"/>
        <a:defRPr sz="2394" kern="1200">
          <a:solidFill>
            <a:schemeClr val="tx1"/>
          </a:solidFill>
          <a:latin typeface="+mn-lt"/>
          <a:ea typeface="+mn-ea"/>
          <a:cs typeface="+mn-cs"/>
        </a:defRPr>
      </a:lvl2pPr>
      <a:lvl3pPr marL="1140143" indent="-228029" algn="l" defTabSz="912114" rtl="0" eaLnBrk="1" latinLnBrk="0" hangingPunct="1">
        <a:lnSpc>
          <a:spcPct val="90000"/>
        </a:lnSpc>
        <a:spcBef>
          <a:spcPts val="499"/>
        </a:spcBef>
        <a:buFont typeface="Arial" panose="020B0604020202020204" pitchFamily="34" charset="0"/>
        <a:buChar char="•"/>
        <a:defRPr sz="1995" kern="1200">
          <a:solidFill>
            <a:schemeClr val="tx1"/>
          </a:solidFill>
          <a:latin typeface="+mn-lt"/>
          <a:ea typeface="+mn-ea"/>
          <a:cs typeface="+mn-cs"/>
        </a:defRPr>
      </a:lvl3pPr>
      <a:lvl4pPr marL="1596200"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4pPr>
      <a:lvl5pPr marL="2052257"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5pPr>
      <a:lvl6pPr marL="2508314"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6pPr>
      <a:lvl7pPr marL="2964371"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7pPr>
      <a:lvl8pPr marL="3420428"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8pPr>
      <a:lvl9pPr marL="3876485" indent="-228029" algn="l" defTabSz="912114" rtl="0" eaLnBrk="1" latinLnBrk="0" hangingPunct="1">
        <a:lnSpc>
          <a:spcPct val="90000"/>
        </a:lnSpc>
        <a:spcBef>
          <a:spcPts val="499"/>
        </a:spcBef>
        <a:buFont typeface="Arial" panose="020B0604020202020204" pitchFamily="34" charset="0"/>
        <a:buChar char="•"/>
        <a:defRPr sz="1795" kern="1200">
          <a:solidFill>
            <a:schemeClr val="tx1"/>
          </a:solidFill>
          <a:latin typeface="+mn-lt"/>
          <a:ea typeface="+mn-ea"/>
          <a:cs typeface="+mn-cs"/>
        </a:defRPr>
      </a:lvl9pPr>
    </p:bodyStyle>
    <p:otherStyle>
      <a:defPPr>
        <a:defRPr lang="ne-NP"/>
      </a:defPPr>
      <a:lvl1pPr marL="0" algn="l" defTabSz="912114" rtl="0" eaLnBrk="1" latinLnBrk="0" hangingPunct="1">
        <a:defRPr sz="1795" kern="1200">
          <a:solidFill>
            <a:schemeClr val="tx1"/>
          </a:solidFill>
          <a:latin typeface="+mn-lt"/>
          <a:ea typeface="+mn-ea"/>
          <a:cs typeface="+mn-cs"/>
        </a:defRPr>
      </a:lvl1pPr>
      <a:lvl2pPr marL="456057" algn="l" defTabSz="912114" rtl="0" eaLnBrk="1" latinLnBrk="0" hangingPunct="1">
        <a:defRPr sz="1795" kern="1200">
          <a:solidFill>
            <a:schemeClr val="tx1"/>
          </a:solidFill>
          <a:latin typeface="+mn-lt"/>
          <a:ea typeface="+mn-ea"/>
          <a:cs typeface="+mn-cs"/>
        </a:defRPr>
      </a:lvl2pPr>
      <a:lvl3pPr marL="912114" algn="l" defTabSz="912114" rtl="0" eaLnBrk="1" latinLnBrk="0" hangingPunct="1">
        <a:defRPr sz="1795" kern="1200">
          <a:solidFill>
            <a:schemeClr val="tx1"/>
          </a:solidFill>
          <a:latin typeface="+mn-lt"/>
          <a:ea typeface="+mn-ea"/>
          <a:cs typeface="+mn-cs"/>
        </a:defRPr>
      </a:lvl3pPr>
      <a:lvl4pPr marL="1368171" algn="l" defTabSz="912114" rtl="0" eaLnBrk="1" latinLnBrk="0" hangingPunct="1">
        <a:defRPr sz="1795" kern="1200">
          <a:solidFill>
            <a:schemeClr val="tx1"/>
          </a:solidFill>
          <a:latin typeface="+mn-lt"/>
          <a:ea typeface="+mn-ea"/>
          <a:cs typeface="+mn-cs"/>
        </a:defRPr>
      </a:lvl4pPr>
      <a:lvl5pPr marL="1824228" algn="l" defTabSz="912114" rtl="0" eaLnBrk="1" latinLnBrk="0" hangingPunct="1">
        <a:defRPr sz="1795" kern="1200">
          <a:solidFill>
            <a:schemeClr val="tx1"/>
          </a:solidFill>
          <a:latin typeface="+mn-lt"/>
          <a:ea typeface="+mn-ea"/>
          <a:cs typeface="+mn-cs"/>
        </a:defRPr>
      </a:lvl5pPr>
      <a:lvl6pPr marL="2280285" algn="l" defTabSz="912114" rtl="0" eaLnBrk="1" latinLnBrk="0" hangingPunct="1">
        <a:defRPr sz="1795" kern="1200">
          <a:solidFill>
            <a:schemeClr val="tx1"/>
          </a:solidFill>
          <a:latin typeface="+mn-lt"/>
          <a:ea typeface="+mn-ea"/>
          <a:cs typeface="+mn-cs"/>
        </a:defRPr>
      </a:lvl6pPr>
      <a:lvl7pPr marL="2736342" algn="l" defTabSz="912114" rtl="0" eaLnBrk="1" latinLnBrk="0" hangingPunct="1">
        <a:defRPr sz="1795" kern="1200">
          <a:solidFill>
            <a:schemeClr val="tx1"/>
          </a:solidFill>
          <a:latin typeface="+mn-lt"/>
          <a:ea typeface="+mn-ea"/>
          <a:cs typeface="+mn-cs"/>
        </a:defRPr>
      </a:lvl7pPr>
      <a:lvl8pPr marL="3192399" algn="l" defTabSz="912114" rtl="0" eaLnBrk="1" latinLnBrk="0" hangingPunct="1">
        <a:defRPr sz="1795" kern="1200">
          <a:solidFill>
            <a:schemeClr val="tx1"/>
          </a:solidFill>
          <a:latin typeface="+mn-lt"/>
          <a:ea typeface="+mn-ea"/>
          <a:cs typeface="+mn-cs"/>
        </a:defRPr>
      </a:lvl8pPr>
      <a:lvl9pPr marL="3648456" algn="l" defTabSz="912114" rtl="0" eaLnBrk="1" latinLnBrk="0" hangingPunct="1">
        <a:defRPr sz="17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5.xml"/><Relationship Id="rId4" Type="http://schemas.openxmlformats.org/officeDocument/2006/relationships/image" Target="../media/image3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Instruction Set Architecture</a:t>
            </a:r>
          </a:p>
        </p:txBody>
      </p:sp>
      <p:sp>
        <p:nvSpPr>
          <p:cNvPr id="3" name="Subtitle 2"/>
          <p:cNvSpPr>
            <a:spLocks noGrp="1"/>
          </p:cNvSpPr>
          <p:nvPr>
            <p:ph type="subTitle" idx="1"/>
          </p:nvPr>
        </p:nvSpPr>
        <p:spPr/>
        <p:txBody>
          <a:bodyPr/>
          <a:lstStyle/>
          <a:p>
            <a:r>
              <a:rPr lang="en-US" dirty="0"/>
              <a:t>Roshan Koju</a:t>
            </a:r>
          </a:p>
          <a:p>
            <a:r>
              <a:rPr lang="en-US" dirty="0"/>
              <a:t>NCIT </a:t>
            </a:r>
          </a:p>
          <a:p>
            <a:r>
              <a:rPr lang="en-US" dirty="0"/>
              <a:t>2017</a:t>
            </a:r>
          </a:p>
        </p:txBody>
      </p:sp>
    </p:spTree>
    <p:extLst>
      <p:ext uri="{BB962C8B-B14F-4D97-AF65-F5344CB8AC3E}">
        <p14:creationId xmlns:p14="http://schemas.microsoft.com/office/powerpoint/2010/main" val="115383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97799-EA2F-4E3C-B6BE-94A969DE5591}"/>
              </a:ext>
            </a:extLst>
          </p:cNvPr>
          <p:cNvSpPr>
            <a:spLocks noGrp="1"/>
          </p:cNvSpPr>
          <p:nvPr>
            <p:ph type="title"/>
          </p:nvPr>
        </p:nvSpPr>
        <p:spPr/>
        <p:txBody>
          <a:bodyPr/>
          <a:lstStyle/>
          <a:p>
            <a:r>
              <a:rPr lang="en-US" dirty="0"/>
              <a:t>Introduction</a:t>
            </a:r>
            <a:endParaRPr lang="ne-NP" dirty="0"/>
          </a:p>
        </p:txBody>
      </p:sp>
      <p:sp>
        <p:nvSpPr>
          <p:cNvPr id="3" name="Content Placeholder 2">
            <a:extLst>
              <a:ext uri="{FF2B5EF4-FFF2-40B4-BE49-F238E27FC236}">
                <a16:creationId xmlns:a16="http://schemas.microsoft.com/office/drawing/2014/main" id="{FD41BEA4-1251-464F-9615-B0CB9676C5D6}"/>
              </a:ext>
            </a:extLst>
          </p:cNvPr>
          <p:cNvSpPr>
            <a:spLocks noGrp="1"/>
          </p:cNvSpPr>
          <p:nvPr>
            <p:ph idx="1"/>
          </p:nvPr>
        </p:nvSpPr>
        <p:spPr/>
        <p:txBody>
          <a:bodyPr>
            <a:normAutofit/>
          </a:bodyPr>
          <a:lstStyle/>
          <a:p>
            <a:r>
              <a:rPr lang="en-US" dirty="0"/>
              <a:t>The  instruction set architecture (ISA), , also called instruction set is part of a computer that pertains to programming, which is basically machine language. The instruction set provides commands to the processor, to tell it what it needs to do. The instruction set consists of addressing modes, instructions, native data types, registers, memory architecture, interrupt, and exception handling, and external I/O.</a:t>
            </a:r>
          </a:p>
        </p:txBody>
      </p:sp>
    </p:spTree>
    <p:extLst>
      <p:ext uri="{BB962C8B-B14F-4D97-AF65-F5344CB8AC3E}">
        <p14:creationId xmlns:p14="http://schemas.microsoft.com/office/powerpoint/2010/main" val="4062466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Programmers visible part </a:t>
            </a:r>
          </a:p>
        </p:txBody>
      </p:sp>
      <p:sp>
        <p:nvSpPr>
          <p:cNvPr id="3" name="Content Placeholder 2"/>
          <p:cNvSpPr>
            <a:spLocks noGrp="1"/>
          </p:cNvSpPr>
          <p:nvPr>
            <p:ph idx="1"/>
          </p:nvPr>
        </p:nvSpPr>
        <p:spPr/>
        <p:txBody>
          <a:bodyPr/>
          <a:lstStyle/>
          <a:p>
            <a:r>
              <a:rPr lang="en-US" dirty="0"/>
              <a:t>Registers (where data resides)</a:t>
            </a:r>
          </a:p>
          <a:p>
            <a:r>
              <a:rPr lang="en-US" dirty="0"/>
              <a:t>Addressing modes (how those data are accessed)</a:t>
            </a:r>
          </a:p>
          <a:p>
            <a:r>
              <a:rPr lang="en-US" dirty="0"/>
              <a:t>Instruction format (how are instruction specified)</a:t>
            </a:r>
          </a:p>
          <a:p>
            <a:r>
              <a:rPr lang="en-US" dirty="0"/>
              <a:t>Control statements (exceptional conditions)</a:t>
            </a:r>
          </a:p>
          <a:p>
            <a:r>
              <a:rPr lang="en-US" dirty="0"/>
              <a:t>Instruction set (what operations can be performed)</a:t>
            </a:r>
          </a:p>
        </p:txBody>
      </p:sp>
    </p:spTree>
    <p:extLst>
      <p:ext uri="{BB962C8B-B14F-4D97-AF65-F5344CB8AC3E}">
        <p14:creationId xmlns:p14="http://schemas.microsoft.com/office/powerpoint/2010/main" val="1466741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163A0-8953-4501-A19C-606BC51AC752}"/>
              </a:ext>
            </a:extLst>
          </p:cNvPr>
          <p:cNvSpPr>
            <a:spLocks noGrp="1"/>
          </p:cNvSpPr>
          <p:nvPr>
            <p:ph type="title"/>
          </p:nvPr>
        </p:nvSpPr>
        <p:spPr/>
        <p:txBody>
          <a:bodyPr/>
          <a:lstStyle/>
          <a:p>
            <a:endParaRPr lang="ne-NP"/>
          </a:p>
        </p:txBody>
      </p:sp>
      <p:sp>
        <p:nvSpPr>
          <p:cNvPr id="3" name="Content Placeholder 2">
            <a:extLst>
              <a:ext uri="{FF2B5EF4-FFF2-40B4-BE49-F238E27FC236}">
                <a16:creationId xmlns:a16="http://schemas.microsoft.com/office/drawing/2014/main" id="{84DC5DEE-194D-4DBC-9FF3-5DF5696C2953}"/>
              </a:ext>
            </a:extLst>
          </p:cNvPr>
          <p:cNvSpPr>
            <a:spLocks noGrp="1"/>
          </p:cNvSpPr>
          <p:nvPr>
            <p:ph idx="1"/>
          </p:nvPr>
        </p:nvSpPr>
        <p:spPr/>
        <p:txBody>
          <a:bodyPr>
            <a:normAutofit lnSpcReduction="10000"/>
          </a:bodyPr>
          <a:lstStyle/>
          <a:p>
            <a:r>
              <a:rPr lang="en-US" dirty="0"/>
              <a:t>Instruction sets have their rules like a language has grammar. An instruction includes an opcode that specifies the operation to perform, such as add/multiply/move contents of memory to register—and operand specifiers, which may specify registers, memory locations, or literal data.</a:t>
            </a:r>
          </a:p>
          <a:p>
            <a:endParaRPr lang="en-US" dirty="0"/>
          </a:p>
          <a:p>
            <a:r>
              <a:rPr lang="en-US" dirty="0"/>
              <a:t>According to the opcode, the CPU actually </a:t>
            </a:r>
          </a:p>
          <a:p>
            <a:pPr marL="457200" lvl="1" indent="0">
              <a:buNone/>
            </a:pPr>
            <a:r>
              <a:rPr lang="en-US" dirty="0"/>
              <a:t>triggers the necessary circuit associated with</a:t>
            </a:r>
          </a:p>
          <a:p>
            <a:pPr marL="457200" lvl="1" indent="0">
              <a:buNone/>
            </a:pPr>
            <a:r>
              <a:rPr lang="en-US" dirty="0"/>
              <a:t> it to get the required output. These instructions</a:t>
            </a:r>
          </a:p>
          <a:p>
            <a:pPr marL="457200" lvl="1" indent="0">
              <a:buNone/>
            </a:pPr>
            <a:r>
              <a:rPr lang="en-US" dirty="0"/>
              <a:t> are stored in the ROM of the system and are called</a:t>
            </a:r>
          </a:p>
          <a:p>
            <a:pPr marL="457200" lvl="1" indent="0">
              <a:buNone/>
            </a:pPr>
            <a:r>
              <a:rPr lang="en-US" dirty="0"/>
              <a:t> upon as the program executes.</a:t>
            </a:r>
            <a:endParaRPr lang="ne-NP" dirty="0"/>
          </a:p>
        </p:txBody>
      </p:sp>
      <p:pic>
        <p:nvPicPr>
          <p:cNvPr id="5" name="Picture 4">
            <a:extLst>
              <a:ext uri="{FF2B5EF4-FFF2-40B4-BE49-F238E27FC236}">
                <a16:creationId xmlns:a16="http://schemas.microsoft.com/office/drawing/2014/main" id="{C2D058F1-B39A-4F70-90CF-D6668D7CF3EF}"/>
              </a:ext>
            </a:extLst>
          </p:cNvPr>
          <p:cNvPicPr>
            <a:picLocks noChangeAspect="1"/>
          </p:cNvPicPr>
          <p:nvPr/>
        </p:nvPicPr>
        <p:blipFill>
          <a:blip r:embed="rId2"/>
          <a:stretch>
            <a:fillRect/>
          </a:stretch>
        </p:blipFill>
        <p:spPr>
          <a:xfrm>
            <a:off x="7719939" y="3373976"/>
            <a:ext cx="4290286" cy="2802987"/>
          </a:xfrm>
          <a:prstGeom prst="rect">
            <a:avLst/>
          </a:prstGeom>
        </p:spPr>
      </p:pic>
    </p:spTree>
    <p:extLst>
      <p:ext uri="{BB962C8B-B14F-4D97-AF65-F5344CB8AC3E}">
        <p14:creationId xmlns:p14="http://schemas.microsoft.com/office/powerpoint/2010/main" val="1764292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78DC7371-3D62-4937-818D-AD788071DFDF}"/>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2194459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AC5E3-088D-4F66-9EB7-94366D6F800A}"/>
              </a:ext>
            </a:extLst>
          </p:cNvPr>
          <p:cNvSpPr>
            <a:spLocks noGrp="1"/>
          </p:cNvSpPr>
          <p:nvPr>
            <p:ph type="title"/>
          </p:nvPr>
        </p:nvSpPr>
        <p:spPr/>
        <p:txBody>
          <a:bodyPr/>
          <a:lstStyle/>
          <a:p>
            <a:endParaRPr lang="ne-NP"/>
          </a:p>
        </p:txBody>
      </p:sp>
      <p:sp>
        <p:nvSpPr>
          <p:cNvPr id="3" name="Content Placeholder 2">
            <a:extLst>
              <a:ext uri="{FF2B5EF4-FFF2-40B4-BE49-F238E27FC236}">
                <a16:creationId xmlns:a16="http://schemas.microsoft.com/office/drawing/2014/main" id="{AFA46877-104F-4A00-A50B-1E8D6B631562}"/>
              </a:ext>
            </a:extLst>
          </p:cNvPr>
          <p:cNvSpPr>
            <a:spLocks noGrp="1"/>
          </p:cNvSpPr>
          <p:nvPr>
            <p:ph idx="1"/>
          </p:nvPr>
        </p:nvSpPr>
        <p:spPr/>
        <p:txBody>
          <a:bodyPr/>
          <a:lstStyle/>
          <a:p>
            <a:r>
              <a:rPr lang="en-US" dirty="0"/>
              <a:t>The ISA serves as the boundary between software and hardware.</a:t>
            </a:r>
          </a:p>
          <a:p>
            <a:pPr marL="0" indent="0">
              <a:buNone/>
            </a:pPr>
            <a:endParaRPr lang="ne-NP" dirty="0"/>
          </a:p>
        </p:txBody>
      </p:sp>
      <p:pic>
        <p:nvPicPr>
          <p:cNvPr id="4" name="Picture 3">
            <a:extLst>
              <a:ext uri="{FF2B5EF4-FFF2-40B4-BE49-F238E27FC236}">
                <a16:creationId xmlns:a16="http://schemas.microsoft.com/office/drawing/2014/main" id="{78CE78BA-F0DA-4B59-8530-2D55C2D7F71E}"/>
              </a:ext>
            </a:extLst>
          </p:cNvPr>
          <p:cNvPicPr>
            <a:picLocks noChangeAspect="1"/>
          </p:cNvPicPr>
          <p:nvPr/>
        </p:nvPicPr>
        <p:blipFill>
          <a:blip r:embed="rId2"/>
          <a:stretch>
            <a:fillRect/>
          </a:stretch>
        </p:blipFill>
        <p:spPr>
          <a:xfrm>
            <a:off x="703386" y="2734316"/>
            <a:ext cx="5767754" cy="3394641"/>
          </a:xfrm>
          <a:prstGeom prst="rect">
            <a:avLst/>
          </a:prstGeom>
        </p:spPr>
      </p:pic>
      <p:pic>
        <p:nvPicPr>
          <p:cNvPr id="5" name="Picture 4">
            <a:extLst>
              <a:ext uri="{FF2B5EF4-FFF2-40B4-BE49-F238E27FC236}">
                <a16:creationId xmlns:a16="http://schemas.microsoft.com/office/drawing/2014/main" id="{122555DC-6927-495D-913D-B216E9E02579}"/>
              </a:ext>
            </a:extLst>
          </p:cNvPr>
          <p:cNvPicPr>
            <a:picLocks noChangeAspect="1"/>
          </p:cNvPicPr>
          <p:nvPr/>
        </p:nvPicPr>
        <p:blipFill>
          <a:blip r:embed="rId3"/>
          <a:stretch>
            <a:fillRect/>
          </a:stretch>
        </p:blipFill>
        <p:spPr>
          <a:xfrm>
            <a:off x="6471140" y="2662775"/>
            <a:ext cx="4785775" cy="3609145"/>
          </a:xfrm>
          <a:prstGeom prst="rect">
            <a:avLst/>
          </a:prstGeom>
        </p:spPr>
      </p:pic>
    </p:spTree>
    <p:extLst>
      <p:ext uri="{BB962C8B-B14F-4D97-AF65-F5344CB8AC3E}">
        <p14:creationId xmlns:p14="http://schemas.microsoft.com/office/powerpoint/2010/main" val="4204380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CEB0D-D1D5-42B9-A322-E07D9A46C835}"/>
              </a:ext>
            </a:extLst>
          </p:cNvPr>
          <p:cNvSpPr>
            <a:spLocks noGrp="1"/>
          </p:cNvSpPr>
          <p:nvPr>
            <p:ph type="title"/>
          </p:nvPr>
        </p:nvSpPr>
        <p:spPr/>
        <p:txBody>
          <a:bodyPr/>
          <a:lstStyle/>
          <a:p>
            <a:r>
              <a:rPr lang="en-US" dirty="0"/>
              <a:t>Design issues of ISA</a:t>
            </a:r>
            <a:endParaRPr lang="ne-NP" dirty="0"/>
          </a:p>
        </p:txBody>
      </p:sp>
      <p:sp>
        <p:nvSpPr>
          <p:cNvPr id="3" name="Content Placeholder 2">
            <a:extLst>
              <a:ext uri="{FF2B5EF4-FFF2-40B4-BE49-F238E27FC236}">
                <a16:creationId xmlns:a16="http://schemas.microsoft.com/office/drawing/2014/main" id="{6E511891-A0B5-4778-B9AC-19E5F86C81B3}"/>
              </a:ext>
            </a:extLst>
          </p:cNvPr>
          <p:cNvSpPr>
            <a:spLocks noGrp="1"/>
          </p:cNvSpPr>
          <p:nvPr>
            <p:ph idx="1"/>
          </p:nvPr>
        </p:nvSpPr>
        <p:spPr/>
        <p:txBody>
          <a:bodyPr>
            <a:normAutofit/>
          </a:bodyPr>
          <a:lstStyle/>
          <a:p>
            <a:r>
              <a:rPr lang="en-US" dirty="0"/>
              <a:t>Number of operations</a:t>
            </a:r>
          </a:p>
          <a:p>
            <a:pPr lvl="1"/>
            <a:r>
              <a:rPr lang="en-US" dirty="0"/>
              <a:t>Number of instruction</a:t>
            </a:r>
          </a:p>
          <a:p>
            <a:r>
              <a:rPr lang="en-US" dirty="0"/>
              <a:t>Size of instructions</a:t>
            </a:r>
          </a:p>
          <a:p>
            <a:pPr lvl="1"/>
            <a:r>
              <a:rPr lang="en-US" dirty="0"/>
              <a:t>Fixed or variable</a:t>
            </a:r>
          </a:p>
          <a:p>
            <a:r>
              <a:rPr lang="en-US" dirty="0"/>
              <a:t>Data Access technique</a:t>
            </a:r>
          </a:p>
          <a:p>
            <a:pPr lvl="1"/>
            <a:r>
              <a:rPr lang="en-US" dirty="0"/>
              <a:t>Memory or register</a:t>
            </a:r>
          </a:p>
          <a:p>
            <a:r>
              <a:rPr lang="en-US" dirty="0"/>
              <a:t>Location of operands</a:t>
            </a:r>
          </a:p>
          <a:p>
            <a:pPr lvl="1"/>
            <a:r>
              <a:rPr lang="en-US" dirty="0"/>
              <a:t>Memory or register</a:t>
            </a:r>
          </a:p>
          <a:p>
            <a:endParaRPr lang="ne-NP" dirty="0"/>
          </a:p>
        </p:txBody>
      </p:sp>
    </p:spTree>
    <p:extLst>
      <p:ext uri="{BB962C8B-B14F-4D97-AF65-F5344CB8AC3E}">
        <p14:creationId xmlns:p14="http://schemas.microsoft.com/office/powerpoint/2010/main" val="3933764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208DBF92-661E-4368-8CFB-ABC61FAADD0E}"/>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57568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3C85F10C-061A-4613-8089-DB3C9F7381D5}"/>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2816053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DE1A99CA-AA73-4ECE-80EF-04780D2B2360}"/>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2141699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D3C0B58A-6E46-4DBD-B50C-7CFD273C7D98}"/>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2729914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3F7DC004-0A6F-4B71-96D7-22A2595308B6}"/>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3861495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47874044-DD36-4AA8-93F9-072DA80F158A}"/>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1442417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4A5810F8-F269-4AB6-9AFA-8F3F440D9DFA}"/>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3045793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B582AF72-F899-4087-9A99-771194A6F858}"/>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947352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54D3BBA6-236D-4E74-A92D-C74885B27DF3}"/>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2467389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3ACA3ADF-489A-4067-B770-E7F72CE6CFCF}"/>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3163468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C7BA01ED-A302-42D9-B8AA-C32B0A16B5A9}"/>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997837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6A5466DE-DEA3-41B7-98BA-1F00E2E20628}"/>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20357124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955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6387" name="Rectangle 3"/>
          <p:cNvSpPr>
            <a:spLocks noChangeArrowheads="1"/>
          </p:cNvSpPr>
          <p:nvPr/>
        </p:nvSpPr>
        <p:spPr bwMode="auto">
          <a:xfrm>
            <a:off x="4648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6388" name="Rectangle 4"/>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b" anchorCtr="0" compatLnSpc="1">
            <a:prstTxWarp prst="textNoShape">
              <a:avLst/>
            </a:prstTxWarp>
          </a:bodyPr>
          <a:lstStyle/>
          <a:p>
            <a:r>
              <a:rPr lang="en-US" altLang="en-US" dirty="0"/>
              <a:t>Number of Addresses (a)</a:t>
            </a:r>
          </a:p>
        </p:txBody>
      </p:sp>
      <p:sp>
        <p:nvSpPr>
          <p:cNvPr id="16389"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en-US"/>
              <a:t>3 addresses</a:t>
            </a:r>
          </a:p>
          <a:p>
            <a:pPr lvl="1"/>
            <a:r>
              <a:rPr lang="en-US" altLang="en-US"/>
              <a:t>Operand 1, Operand 2, Result</a:t>
            </a:r>
          </a:p>
          <a:p>
            <a:pPr lvl="1"/>
            <a:r>
              <a:rPr lang="en-US" altLang="en-US"/>
              <a:t>a = b + c;</a:t>
            </a:r>
          </a:p>
          <a:p>
            <a:pPr lvl="1"/>
            <a:r>
              <a:rPr lang="en-US" altLang="en-US"/>
              <a:t>May be a forth - next instruction (usually implicit)</a:t>
            </a:r>
          </a:p>
          <a:p>
            <a:pPr lvl="1"/>
            <a:r>
              <a:rPr lang="en-US" altLang="en-US"/>
              <a:t>Not common</a:t>
            </a:r>
          </a:p>
          <a:p>
            <a:pPr lvl="1"/>
            <a:r>
              <a:rPr lang="en-US" altLang="en-US"/>
              <a:t>Needs very long words to hold everything</a:t>
            </a:r>
          </a:p>
        </p:txBody>
      </p:sp>
    </p:spTree>
    <p:extLst>
      <p:ext uri="{BB962C8B-B14F-4D97-AF65-F5344CB8AC3E}">
        <p14:creationId xmlns:p14="http://schemas.microsoft.com/office/powerpoint/2010/main" val="3045815292"/>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1955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8435" name="Rectangle 3"/>
          <p:cNvSpPr>
            <a:spLocks noChangeArrowheads="1"/>
          </p:cNvSpPr>
          <p:nvPr/>
        </p:nvSpPr>
        <p:spPr bwMode="auto">
          <a:xfrm>
            <a:off x="4648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8436" name="Rectangle 4"/>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b" anchorCtr="0" compatLnSpc="1">
            <a:prstTxWarp prst="textNoShape">
              <a:avLst/>
            </a:prstTxWarp>
          </a:bodyPr>
          <a:lstStyle/>
          <a:p>
            <a:r>
              <a:rPr lang="en-US" altLang="en-US"/>
              <a:t>Number of Addresses (b)</a:t>
            </a:r>
          </a:p>
        </p:txBody>
      </p:sp>
      <p:sp>
        <p:nvSpPr>
          <p:cNvPr id="18437"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en-US"/>
              <a:t>2 addresses</a:t>
            </a:r>
          </a:p>
          <a:p>
            <a:pPr lvl="1"/>
            <a:r>
              <a:rPr lang="en-US" altLang="en-US"/>
              <a:t>One address doubles as operand and result</a:t>
            </a:r>
          </a:p>
          <a:p>
            <a:pPr lvl="1"/>
            <a:r>
              <a:rPr lang="en-US" altLang="en-US"/>
              <a:t>a = a + b</a:t>
            </a:r>
          </a:p>
          <a:p>
            <a:pPr lvl="1"/>
            <a:r>
              <a:rPr lang="en-US" altLang="en-US"/>
              <a:t>Reduces length of instruction</a:t>
            </a:r>
          </a:p>
          <a:p>
            <a:pPr lvl="1"/>
            <a:r>
              <a:rPr lang="en-US" altLang="en-US"/>
              <a:t>Requires some extra work</a:t>
            </a:r>
          </a:p>
          <a:p>
            <a:pPr lvl="2"/>
            <a:r>
              <a:rPr lang="en-US" altLang="en-US"/>
              <a:t>Temporary storage to hold some results</a:t>
            </a:r>
          </a:p>
        </p:txBody>
      </p:sp>
    </p:spTree>
    <p:extLst>
      <p:ext uri="{BB962C8B-B14F-4D97-AF65-F5344CB8AC3E}">
        <p14:creationId xmlns:p14="http://schemas.microsoft.com/office/powerpoint/2010/main" val="4017755850"/>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1955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0483" name="Rectangle 3"/>
          <p:cNvSpPr>
            <a:spLocks noChangeArrowheads="1"/>
          </p:cNvSpPr>
          <p:nvPr/>
        </p:nvSpPr>
        <p:spPr bwMode="auto">
          <a:xfrm>
            <a:off x="4648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0484" name="Rectangle 4"/>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b" anchorCtr="0" compatLnSpc="1">
            <a:prstTxWarp prst="textNoShape">
              <a:avLst/>
            </a:prstTxWarp>
          </a:bodyPr>
          <a:lstStyle/>
          <a:p>
            <a:r>
              <a:rPr lang="en-US" altLang="en-US"/>
              <a:t>Number of Addresses (c)</a:t>
            </a:r>
          </a:p>
        </p:txBody>
      </p:sp>
      <p:sp>
        <p:nvSpPr>
          <p:cNvPr id="20485"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en-US"/>
              <a:t>1 address</a:t>
            </a:r>
          </a:p>
          <a:p>
            <a:pPr lvl="1"/>
            <a:r>
              <a:rPr lang="en-US" altLang="en-US"/>
              <a:t>Implicit second address</a:t>
            </a:r>
          </a:p>
          <a:p>
            <a:pPr lvl="1"/>
            <a:r>
              <a:rPr lang="en-US" altLang="en-US"/>
              <a:t>Usually a register (accumulator)</a:t>
            </a:r>
          </a:p>
          <a:p>
            <a:pPr lvl="1"/>
            <a:r>
              <a:rPr lang="en-US" altLang="en-US"/>
              <a:t>Common on early machines</a:t>
            </a:r>
          </a:p>
          <a:p>
            <a:pPr>
              <a:buFont typeface="Monotype Sorts" pitchFamily="2" charset="2"/>
              <a:buChar char="y"/>
            </a:pPr>
            <a:endParaRPr lang="en-US" altLang="en-US" sz="2400"/>
          </a:p>
        </p:txBody>
      </p:sp>
    </p:spTree>
    <p:extLst>
      <p:ext uri="{BB962C8B-B14F-4D97-AF65-F5344CB8AC3E}">
        <p14:creationId xmlns:p14="http://schemas.microsoft.com/office/powerpoint/2010/main" val="3106341036"/>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1955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2531" name="Rectangle 3"/>
          <p:cNvSpPr>
            <a:spLocks noChangeArrowheads="1"/>
          </p:cNvSpPr>
          <p:nvPr/>
        </p:nvSpPr>
        <p:spPr bwMode="auto">
          <a:xfrm>
            <a:off x="4648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22532" name="Rectangle 4"/>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b" anchorCtr="0" compatLnSpc="1">
            <a:prstTxWarp prst="textNoShape">
              <a:avLst/>
            </a:prstTxWarp>
          </a:bodyPr>
          <a:lstStyle/>
          <a:p>
            <a:r>
              <a:rPr lang="en-US" altLang="en-US"/>
              <a:t>Number of Addresses (d)</a:t>
            </a:r>
          </a:p>
        </p:txBody>
      </p:sp>
      <p:sp>
        <p:nvSpPr>
          <p:cNvPr id="22533"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en-US"/>
              <a:t>0 (zero) addresses</a:t>
            </a:r>
          </a:p>
          <a:p>
            <a:pPr lvl="1"/>
            <a:r>
              <a:rPr lang="en-US" altLang="en-US"/>
              <a:t>All addresses implicit</a:t>
            </a:r>
          </a:p>
          <a:p>
            <a:pPr lvl="1"/>
            <a:r>
              <a:rPr lang="en-US" altLang="en-US"/>
              <a:t>Uses a stack</a:t>
            </a:r>
          </a:p>
          <a:p>
            <a:pPr lvl="1"/>
            <a:r>
              <a:rPr lang="en-US" altLang="en-US"/>
              <a:t>e.g. push a</a:t>
            </a:r>
          </a:p>
          <a:p>
            <a:pPr lvl="1"/>
            <a:r>
              <a:rPr lang="en-US" altLang="en-US"/>
              <a:t>      push b</a:t>
            </a:r>
          </a:p>
          <a:p>
            <a:pPr lvl="1"/>
            <a:r>
              <a:rPr lang="en-US" altLang="en-US"/>
              <a:t>      add</a:t>
            </a:r>
          </a:p>
          <a:p>
            <a:pPr lvl="1"/>
            <a:r>
              <a:rPr lang="en-US" altLang="en-US"/>
              <a:t>      pop c</a:t>
            </a:r>
          </a:p>
          <a:p>
            <a:pPr lvl="1"/>
            <a:endParaRPr lang="en-US" altLang="en-US"/>
          </a:p>
          <a:p>
            <a:pPr lvl="1"/>
            <a:r>
              <a:rPr lang="en-US" altLang="en-US"/>
              <a:t>c = a + b</a:t>
            </a:r>
          </a:p>
          <a:p>
            <a:pPr>
              <a:buFont typeface="Monotype Sorts" pitchFamily="2" charset="2"/>
              <a:buChar char="y"/>
            </a:pPr>
            <a:endParaRPr lang="en-US" altLang="en-US" sz="2400"/>
          </a:p>
        </p:txBody>
      </p:sp>
    </p:spTree>
    <p:extLst>
      <p:ext uri="{BB962C8B-B14F-4D97-AF65-F5344CB8AC3E}">
        <p14:creationId xmlns:p14="http://schemas.microsoft.com/office/powerpoint/2010/main" val="1011567724"/>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50BDA-760F-4A12-8A28-F5C6117F8398}"/>
              </a:ext>
            </a:extLst>
          </p:cNvPr>
          <p:cNvSpPr>
            <a:spLocks noGrp="1"/>
          </p:cNvSpPr>
          <p:nvPr>
            <p:ph type="title"/>
          </p:nvPr>
        </p:nvSpPr>
        <p:spPr/>
        <p:txBody>
          <a:bodyPr/>
          <a:lstStyle/>
          <a:p>
            <a:r>
              <a:rPr lang="en-US" dirty="0"/>
              <a:t>Problem</a:t>
            </a:r>
            <a:endParaRPr lang="ne-NP" dirty="0"/>
          </a:p>
        </p:txBody>
      </p:sp>
      <p:pic>
        <p:nvPicPr>
          <p:cNvPr id="4" name="Content Placeholder 3">
            <a:extLst>
              <a:ext uri="{FF2B5EF4-FFF2-40B4-BE49-F238E27FC236}">
                <a16:creationId xmlns:a16="http://schemas.microsoft.com/office/drawing/2014/main" id="{E49F9698-DF97-4895-8991-E2EF0F8264C9}"/>
              </a:ext>
            </a:extLst>
          </p:cNvPr>
          <p:cNvPicPr>
            <a:picLocks noGrp="1" noChangeAspect="1"/>
          </p:cNvPicPr>
          <p:nvPr>
            <p:ph idx="1"/>
          </p:nvPr>
        </p:nvPicPr>
        <p:blipFill>
          <a:blip r:embed="rId2"/>
          <a:stretch>
            <a:fillRect/>
          </a:stretch>
        </p:blipFill>
        <p:spPr>
          <a:xfrm>
            <a:off x="1505242" y="1904082"/>
            <a:ext cx="8328073" cy="4038936"/>
          </a:xfrm>
          <a:prstGeom prst="rect">
            <a:avLst/>
          </a:prstGeom>
        </p:spPr>
      </p:pic>
    </p:spTree>
    <p:extLst>
      <p:ext uri="{BB962C8B-B14F-4D97-AF65-F5344CB8AC3E}">
        <p14:creationId xmlns:p14="http://schemas.microsoft.com/office/powerpoint/2010/main" val="3528319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2EA637-DB84-4D6B-A9F0-3B2DFD4CB42F}"/>
              </a:ext>
            </a:extLst>
          </p:cNvPr>
          <p:cNvPicPr>
            <a:picLocks noChangeAspect="1"/>
          </p:cNvPicPr>
          <p:nvPr/>
        </p:nvPicPr>
        <p:blipFill>
          <a:blip r:embed="rId2"/>
          <a:stretch>
            <a:fillRect/>
          </a:stretch>
        </p:blipFill>
        <p:spPr>
          <a:xfrm>
            <a:off x="1744394" y="2316383"/>
            <a:ext cx="8145194" cy="3666498"/>
          </a:xfrm>
          <a:prstGeom prst="rect">
            <a:avLst/>
          </a:prstGeom>
        </p:spPr>
      </p:pic>
      <p:sp>
        <p:nvSpPr>
          <p:cNvPr id="3" name="Title 1">
            <a:extLst>
              <a:ext uri="{FF2B5EF4-FFF2-40B4-BE49-F238E27FC236}">
                <a16:creationId xmlns:a16="http://schemas.microsoft.com/office/drawing/2014/main" id="{DF3393F8-8591-466C-AC08-F829C9C31129}"/>
              </a:ext>
            </a:extLst>
          </p:cNvPr>
          <p:cNvSpPr txBox="1">
            <a:spLocks/>
          </p:cNvSpPr>
          <p:nvPr/>
        </p:nvSpPr>
        <p:spPr>
          <a:xfrm>
            <a:off x="725658" y="990820"/>
            <a:ext cx="10515600" cy="1325563"/>
          </a:xfrm>
          <a:prstGeom prst="rect">
            <a:avLst/>
          </a:prstGeom>
        </p:spPr>
        <p:txBody>
          <a:bodyPr/>
          <a:lstStyle>
            <a:lvl1pPr algn="l" defTabSz="912114" rtl="0" eaLnBrk="1" latinLnBrk="0" hangingPunct="1">
              <a:lnSpc>
                <a:spcPct val="90000"/>
              </a:lnSpc>
              <a:spcBef>
                <a:spcPct val="0"/>
              </a:spcBef>
              <a:buNone/>
              <a:defRPr sz="4389" kern="1200">
                <a:solidFill>
                  <a:schemeClr val="tx1"/>
                </a:solidFill>
                <a:latin typeface="+mj-lt"/>
                <a:ea typeface="+mj-ea"/>
                <a:cs typeface="+mj-cs"/>
              </a:defRPr>
            </a:lvl1pPr>
          </a:lstStyle>
          <a:p>
            <a:r>
              <a:rPr lang="en-US" dirty="0"/>
              <a:t>Problem</a:t>
            </a:r>
            <a:endParaRPr lang="ne-NP" dirty="0"/>
          </a:p>
        </p:txBody>
      </p:sp>
    </p:spTree>
    <p:extLst>
      <p:ext uri="{BB962C8B-B14F-4D97-AF65-F5344CB8AC3E}">
        <p14:creationId xmlns:p14="http://schemas.microsoft.com/office/powerpoint/2010/main" val="2378751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CE4BB355-8A9D-49F9-88C0-2E2BA0D07380}"/>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3287570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a:extLst>
              <a:ext uri="{FF2B5EF4-FFF2-40B4-BE49-F238E27FC236}">
                <a16:creationId xmlns:a16="http://schemas.microsoft.com/office/drawing/2014/main" id="{C723F13F-C934-4AD7-9D23-C54B35A7CE07}"/>
              </a:ext>
            </a:extLst>
          </p:cNvPr>
          <p:cNvPicPr>
            <a:picLocks noChangeAspect="1"/>
          </p:cNvPicPr>
          <p:nvPr/>
        </p:nvPicPr>
        <p:blipFill>
          <a:blip r:embed="rId2"/>
          <a:stretch>
            <a:fillRect/>
          </a:stretch>
        </p:blipFill>
        <p:spPr>
          <a:xfrm>
            <a:off x="1535612" y="9336"/>
            <a:ext cx="9120776" cy="6840582"/>
          </a:xfrm>
          <a:prstGeom prst="rect">
            <a:avLst/>
          </a:prstGeom>
          <a:noFill/>
          <a:ln>
            <a:noFill/>
          </a:ln>
        </p:spPr>
      </p:pic>
    </p:spTree>
    <p:extLst>
      <p:ext uri="{BB962C8B-B14F-4D97-AF65-F5344CB8AC3E}">
        <p14:creationId xmlns:p14="http://schemas.microsoft.com/office/powerpoint/2010/main" val="19263144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p:txBody>
          <a:bodyPr/>
          <a:lstStyle/>
          <a:p>
            <a:r>
              <a:rPr lang="en-US" altLang="en-US">
                <a:ea typeface="ＭＳ Ｐゴシック" panose="020B0600070205080204" pitchFamily="34" charset="-128"/>
              </a:rPr>
              <a:t>RISC and CISC Instruction Sets</a:t>
            </a:r>
          </a:p>
        </p:txBody>
      </p:sp>
      <p:sp>
        <p:nvSpPr>
          <p:cNvPr id="31747" name="Rectangle 3"/>
          <p:cNvSpPr>
            <a:spLocks noGrp="1"/>
          </p:cNvSpPr>
          <p:nvPr>
            <p:ph type="body" idx="1"/>
          </p:nvPr>
        </p:nvSpPr>
        <p:spPr/>
        <p:txBody>
          <a:bodyPr/>
          <a:lstStyle/>
          <a:p>
            <a:r>
              <a:rPr lang="en-US" altLang="en-US" dirty="0">
                <a:ea typeface="ＭＳ Ｐゴシック" panose="020B0600070205080204" pitchFamily="34" charset="-128"/>
              </a:rPr>
              <a:t>Nature of instructions distinguishes computer</a:t>
            </a:r>
          </a:p>
          <a:p>
            <a:r>
              <a:rPr lang="en-US" altLang="en-US" dirty="0">
                <a:ea typeface="ＭＳ Ｐゴシック" panose="020B0600070205080204" pitchFamily="34" charset="-128"/>
              </a:rPr>
              <a:t>Two fundamentally different approaches</a:t>
            </a:r>
          </a:p>
          <a:p>
            <a:r>
              <a:rPr lang="en-US" altLang="en-US" dirty="0">
                <a:solidFill>
                  <a:srgbClr val="0000FF"/>
                </a:solidFill>
                <a:ea typeface="ＭＳ Ｐゴシック" panose="020B0600070205080204" pitchFamily="34" charset="-128"/>
              </a:rPr>
              <a:t>Reduced Instruction Set Computers (RISC) </a:t>
            </a:r>
            <a:r>
              <a:rPr lang="en-US" altLang="en-US" dirty="0">
                <a:ea typeface="ＭＳ Ｐゴシック" panose="020B0600070205080204" pitchFamily="34" charset="-128"/>
              </a:rPr>
              <a:t>have one-word instructions and require arithmetic operands to be in registers</a:t>
            </a:r>
          </a:p>
          <a:p>
            <a:r>
              <a:rPr lang="en-US" altLang="en-US" dirty="0">
                <a:solidFill>
                  <a:srgbClr val="0000FF"/>
                </a:solidFill>
                <a:ea typeface="ＭＳ Ｐゴシック" panose="020B0600070205080204" pitchFamily="34" charset="-128"/>
              </a:rPr>
              <a:t>Complex Instruction Set Computers (CISC)</a:t>
            </a:r>
            <a:br>
              <a:rPr lang="en-US" altLang="en-US" dirty="0">
                <a:ea typeface="ＭＳ Ｐゴシック" panose="020B0600070205080204" pitchFamily="34" charset="-128"/>
              </a:rPr>
            </a:br>
            <a:r>
              <a:rPr lang="en-US" altLang="en-US" dirty="0">
                <a:ea typeface="ＭＳ Ｐゴシック" panose="020B0600070205080204" pitchFamily="34" charset="-128"/>
              </a:rPr>
              <a:t>have multi-word instructions and</a:t>
            </a:r>
            <a:br>
              <a:rPr lang="en-US" altLang="en-US" dirty="0">
                <a:ea typeface="ＭＳ Ｐゴシック" panose="020B0600070205080204" pitchFamily="34" charset="-128"/>
              </a:rPr>
            </a:br>
            <a:r>
              <a:rPr lang="en-US" altLang="en-US" dirty="0">
                <a:ea typeface="ＭＳ Ｐゴシック" panose="020B0600070205080204" pitchFamily="34" charset="-128"/>
              </a:rPr>
              <a:t>allow operands directly from memory</a:t>
            </a:r>
          </a:p>
        </p:txBody>
      </p:sp>
    </p:spTree>
    <p:extLst>
      <p:ext uri="{BB962C8B-B14F-4D97-AF65-F5344CB8AC3E}">
        <p14:creationId xmlns:p14="http://schemas.microsoft.com/office/powerpoint/2010/main" val="1923067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lstStyle/>
          <a:p>
            <a:r>
              <a:rPr lang="en-US" altLang="en-US"/>
              <a:t>RISC versus CISC</a:t>
            </a:r>
          </a:p>
        </p:txBody>
      </p:sp>
      <p:sp>
        <p:nvSpPr>
          <p:cNvPr id="36" name="Slide Number Placeholder 2"/>
          <p:cNvSpPr>
            <a:spLocks noGrp="1"/>
          </p:cNvSpPr>
          <p:nvPr>
            <p:ph type="sldNum" sz="quarter" idx="12"/>
          </p:nvPr>
        </p:nvSpPr>
        <p:spPr/>
        <p:txBody>
          <a:bodyPr/>
          <a:lstStyle/>
          <a:p>
            <a:pPr fontAlgn="base">
              <a:spcBef>
                <a:spcPct val="0"/>
              </a:spcBef>
              <a:spcAft>
                <a:spcPct val="0"/>
              </a:spcAft>
            </a:pPr>
            <a:fld id="{9F95B6C1-466F-479C-9664-8FAC4E81C9CA}" type="slidenum">
              <a:rPr lang="zh-TW" altLang="en-US">
                <a:solidFill>
                  <a:srgbClr val="808080"/>
                </a:solidFill>
                <a:latin typeface="Franklin Gothic Book"/>
                <a:cs typeface="Arial" panose="020B0604020202020204" pitchFamily="34" charset="0"/>
              </a:rPr>
              <a:pPr fontAlgn="base">
                <a:spcBef>
                  <a:spcPct val="0"/>
                </a:spcBef>
                <a:spcAft>
                  <a:spcPct val="0"/>
                </a:spcAft>
              </a:pPr>
              <a:t>29</a:t>
            </a:fld>
            <a:endParaRPr lang="en-US" altLang="zh-TW">
              <a:solidFill>
                <a:srgbClr val="808080"/>
              </a:solidFill>
              <a:latin typeface="Franklin Gothic Book"/>
              <a:cs typeface="Arial" panose="020B0604020202020204" pitchFamily="34" charset="0"/>
            </a:endParaRPr>
          </a:p>
        </p:txBody>
      </p:sp>
      <p:sp>
        <p:nvSpPr>
          <p:cNvPr id="259076" name="Rectangle 4"/>
          <p:cNvSpPr>
            <a:spLocks noChangeArrowheads="1"/>
          </p:cNvSpPr>
          <p:nvPr/>
        </p:nvSpPr>
        <p:spPr bwMode="auto">
          <a:xfrm>
            <a:off x="1524000" y="1219200"/>
            <a:ext cx="3429000" cy="518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lgn="l">
              <a:spcBef>
                <a:spcPct val="20000"/>
              </a:spcBef>
              <a:buChar char="•"/>
              <a:defRPr sz="2800">
                <a:solidFill>
                  <a:schemeClr val="tx1"/>
                </a:solidFill>
                <a:latin typeface="Franklin Gothic Book" panose="020B0503020102020204" pitchFamily="34" charset="0"/>
              </a:defRPr>
            </a:lvl1pPr>
            <a:lvl2pPr marL="742950" indent="-285750" algn="l">
              <a:spcBef>
                <a:spcPct val="20000"/>
              </a:spcBef>
              <a:buChar char="–"/>
              <a:defRPr sz="2400">
                <a:solidFill>
                  <a:schemeClr val="tx1"/>
                </a:solidFill>
                <a:latin typeface="Franklin Gothic Book" panose="020B0503020102020204" pitchFamily="34" charset="0"/>
              </a:defRPr>
            </a:lvl2pPr>
            <a:lvl3pPr marL="1143000" indent="-228600" algn="l">
              <a:spcBef>
                <a:spcPct val="20000"/>
              </a:spcBef>
              <a:buChar char="•"/>
              <a:defRPr sz="2000">
                <a:solidFill>
                  <a:schemeClr val="tx1"/>
                </a:solidFill>
                <a:latin typeface="Franklin Gothic Book" panose="020B0503020102020204" pitchFamily="34" charset="0"/>
              </a:defRPr>
            </a:lvl3pPr>
            <a:lvl4pPr marL="1600200" indent="-228600" algn="l">
              <a:spcBef>
                <a:spcPct val="20000"/>
              </a:spcBef>
              <a:buChar char="–"/>
              <a:defRPr>
                <a:solidFill>
                  <a:schemeClr val="tx1"/>
                </a:solidFill>
                <a:latin typeface="Franklin Gothic Book" panose="020B0503020102020204" pitchFamily="34" charset="0"/>
              </a:defRPr>
            </a:lvl4pPr>
            <a:lvl5pPr marL="2057400" indent="-228600" algn="l">
              <a:spcBef>
                <a:spcPct val="20000"/>
              </a:spcBef>
              <a:buChar char="»"/>
              <a:defRPr>
                <a:solidFill>
                  <a:schemeClr val="tx1"/>
                </a:solidFill>
                <a:latin typeface="Franklin Gothic Book" panose="020B0503020102020204" pitchFamily="34" charset="0"/>
              </a:defRPr>
            </a:lvl5pPr>
            <a:lvl6pPr marL="2514600" indent="-228600" fontAlgn="base">
              <a:spcBef>
                <a:spcPct val="20000"/>
              </a:spcBef>
              <a:spcAft>
                <a:spcPct val="0"/>
              </a:spcAft>
              <a:buChar char="»"/>
              <a:defRPr>
                <a:solidFill>
                  <a:schemeClr val="tx1"/>
                </a:solidFill>
                <a:latin typeface="Franklin Gothic Book" panose="020B0503020102020204" pitchFamily="34" charset="0"/>
              </a:defRPr>
            </a:lvl6pPr>
            <a:lvl7pPr marL="2971800" indent="-228600" fontAlgn="base">
              <a:spcBef>
                <a:spcPct val="20000"/>
              </a:spcBef>
              <a:spcAft>
                <a:spcPct val="0"/>
              </a:spcAft>
              <a:buChar char="»"/>
              <a:defRPr>
                <a:solidFill>
                  <a:schemeClr val="tx1"/>
                </a:solidFill>
                <a:latin typeface="Franklin Gothic Book" panose="020B0503020102020204" pitchFamily="34" charset="0"/>
              </a:defRPr>
            </a:lvl7pPr>
            <a:lvl8pPr marL="3429000" indent="-228600" fontAlgn="base">
              <a:spcBef>
                <a:spcPct val="20000"/>
              </a:spcBef>
              <a:spcAft>
                <a:spcPct val="0"/>
              </a:spcAft>
              <a:buChar char="»"/>
              <a:defRPr>
                <a:solidFill>
                  <a:schemeClr val="tx1"/>
                </a:solidFill>
                <a:latin typeface="Franklin Gothic Book" panose="020B0503020102020204" pitchFamily="34" charset="0"/>
              </a:defRPr>
            </a:lvl8pPr>
            <a:lvl9pPr marL="3886200" indent="-228600" fontAlgn="base">
              <a:spcBef>
                <a:spcPct val="20000"/>
              </a:spcBef>
              <a:spcAft>
                <a:spcPct val="0"/>
              </a:spcAft>
              <a:buChar char="»"/>
              <a:defRPr>
                <a:solidFill>
                  <a:schemeClr val="tx1"/>
                </a:solidFill>
                <a:latin typeface="Franklin Gothic Book" panose="020B0503020102020204" pitchFamily="34" charset="0"/>
              </a:defRPr>
            </a:lvl9pPr>
          </a:lstStyle>
          <a:p>
            <a:pPr fontAlgn="base">
              <a:lnSpc>
                <a:spcPct val="90000"/>
              </a:lnSpc>
              <a:spcAft>
                <a:spcPct val="0"/>
              </a:spcAft>
            </a:pPr>
            <a:r>
              <a:rPr lang="en-US" altLang="en-US" sz="1800" dirty="0">
                <a:solidFill>
                  <a:srgbClr val="000000"/>
                </a:solidFill>
                <a:latin typeface="Arial" panose="020B0604020202020204" pitchFamily="34" charset="0"/>
                <a:cs typeface="Arial" panose="020B0604020202020204" pitchFamily="34" charset="0"/>
              </a:rPr>
              <a:t>Why CISC?</a:t>
            </a:r>
          </a:p>
          <a:p>
            <a:pPr lvl="1" fontAlgn="base">
              <a:lnSpc>
                <a:spcPct val="90000"/>
              </a:lnSpc>
              <a:spcAft>
                <a:spcPct val="0"/>
              </a:spcAft>
            </a:pPr>
            <a:r>
              <a:rPr lang="en-US" altLang="en-US" sz="1800" dirty="0">
                <a:solidFill>
                  <a:srgbClr val="000000"/>
                </a:solidFill>
                <a:latin typeface="Arial" panose="020B0604020202020204" pitchFamily="34" charset="0"/>
                <a:cs typeface="Arial" panose="020B0604020202020204" pitchFamily="34" charset="0"/>
              </a:rPr>
              <a:t>Memory are </a:t>
            </a:r>
            <a:r>
              <a:rPr lang="en-US" altLang="en-US" sz="1800" dirty="0">
                <a:solidFill>
                  <a:srgbClr val="FF0000"/>
                </a:solidFill>
                <a:latin typeface="Arial" panose="020B0604020202020204" pitchFamily="34" charset="0"/>
                <a:cs typeface="Arial" panose="020B0604020202020204" pitchFamily="34" charset="0"/>
              </a:rPr>
              <a:t>expensive</a:t>
            </a:r>
            <a:r>
              <a:rPr lang="en-US" altLang="en-US" sz="1800" dirty="0">
                <a:solidFill>
                  <a:srgbClr val="000000"/>
                </a:solidFill>
                <a:latin typeface="Arial" panose="020B0604020202020204" pitchFamily="34" charset="0"/>
                <a:cs typeface="Arial" panose="020B0604020202020204" pitchFamily="34" charset="0"/>
              </a:rPr>
              <a:t> and </a:t>
            </a:r>
            <a:r>
              <a:rPr lang="en-US" altLang="en-US" sz="1800" dirty="0">
                <a:solidFill>
                  <a:srgbClr val="FF0000"/>
                </a:solidFill>
                <a:latin typeface="Arial" panose="020B0604020202020204" pitchFamily="34" charset="0"/>
                <a:cs typeface="Arial" panose="020B0604020202020204" pitchFamily="34" charset="0"/>
              </a:rPr>
              <a:t>slow</a:t>
            </a:r>
            <a:r>
              <a:rPr lang="en-US" altLang="en-US" sz="1800" dirty="0">
                <a:solidFill>
                  <a:srgbClr val="000000"/>
                </a:solidFill>
                <a:latin typeface="Arial" panose="020B0604020202020204" pitchFamily="34" charset="0"/>
                <a:cs typeface="Arial" panose="020B0604020202020204" pitchFamily="34" charset="0"/>
              </a:rPr>
              <a:t> back then</a:t>
            </a:r>
          </a:p>
          <a:p>
            <a:pPr lvl="1" fontAlgn="base">
              <a:lnSpc>
                <a:spcPct val="90000"/>
              </a:lnSpc>
              <a:spcAft>
                <a:spcPct val="0"/>
              </a:spcAft>
            </a:pPr>
            <a:r>
              <a:rPr lang="en-US" altLang="en-US" sz="1800" dirty="0">
                <a:solidFill>
                  <a:srgbClr val="000000"/>
                </a:solidFill>
                <a:latin typeface="Arial" panose="020B0604020202020204" pitchFamily="34" charset="0"/>
                <a:cs typeface="Arial" panose="020B0604020202020204" pitchFamily="34" charset="0"/>
              </a:rPr>
              <a:t>Cramming more functions into one instruction</a:t>
            </a:r>
          </a:p>
          <a:p>
            <a:pPr lvl="1" fontAlgn="base">
              <a:lnSpc>
                <a:spcPct val="90000"/>
              </a:lnSpc>
              <a:spcAft>
                <a:spcPct val="0"/>
              </a:spcAft>
            </a:pPr>
            <a:r>
              <a:rPr lang="en-US" altLang="en-US" sz="1800" dirty="0">
                <a:solidFill>
                  <a:srgbClr val="000000"/>
                </a:solidFill>
                <a:latin typeface="Arial" panose="020B0604020202020204" pitchFamily="34" charset="0"/>
                <a:cs typeface="Arial" panose="020B0604020202020204" pitchFamily="34" charset="0"/>
              </a:rPr>
              <a:t>Using microcode ROM (</a:t>
            </a:r>
            <a:r>
              <a:rPr lang="el-GR" altLang="en-US" sz="1800" dirty="0">
                <a:solidFill>
                  <a:srgbClr val="000000"/>
                </a:solidFill>
                <a:latin typeface="Arial" panose="020B0604020202020204" pitchFamily="34" charset="0"/>
                <a:cs typeface="Arial" panose="020B0604020202020204" pitchFamily="34" charset="0"/>
              </a:rPr>
              <a:t>μ</a:t>
            </a:r>
            <a:r>
              <a:rPr lang="en-US" altLang="en-US" sz="1800" dirty="0">
                <a:solidFill>
                  <a:srgbClr val="000000"/>
                </a:solidFill>
                <a:latin typeface="Arial" panose="020B0604020202020204" pitchFamily="34" charset="0"/>
                <a:cs typeface="Arial" panose="020B0604020202020204" pitchFamily="34" charset="0"/>
              </a:rPr>
              <a:t>ROM) for “complex” operations</a:t>
            </a:r>
          </a:p>
          <a:p>
            <a:pPr fontAlgn="base">
              <a:lnSpc>
                <a:spcPct val="90000"/>
              </a:lnSpc>
              <a:spcAft>
                <a:spcPct val="0"/>
              </a:spcAft>
            </a:pPr>
            <a:r>
              <a:rPr lang="en-US" altLang="en-US" sz="1800" dirty="0">
                <a:solidFill>
                  <a:srgbClr val="000000"/>
                </a:solidFill>
                <a:latin typeface="Arial" panose="020B0604020202020204" pitchFamily="34" charset="0"/>
                <a:cs typeface="Arial" panose="020B0604020202020204" pitchFamily="34" charset="0"/>
              </a:rPr>
              <a:t>Justification for RISC</a:t>
            </a:r>
          </a:p>
          <a:p>
            <a:pPr lvl="1" fontAlgn="base">
              <a:lnSpc>
                <a:spcPct val="90000"/>
              </a:lnSpc>
              <a:spcAft>
                <a:spcPct val="0"/>
              </a:spcAft>
            </a:pPr>
            <a:r>
              <a:rPr lang="en-US" altLang="en-US" sz="1800" dirty="0">
                <a:solidFill>
                  <a:srgbClr val="000000"/>
                </a:solidFill>
                <a:latin typeface="Arial" panose="020B0604020202020204" pitchFamily="34" charset="0"/>
                <a:cs typeface="Arial" panose="020B0604020202020204" pitchFamily="34" charset="0"/>
              </a:rPr>
              <a:t>Complex apps are mostly composed of simple assignments</a:t>
            </a:r>
          </a:p>
          <a:p>
            <a:pPr lvl="1" fontAlgn="base">
              <a:lnSpc>
                <a:spcPct val="90000"/>
              </a:lnSpc>
              <a:spcAft>
                <a:spcPct val="0"/>
              </a:spcAft>
            </a:pPr>
            <a:r>
              <a:rPr lang="en-US" altLang="en-US" sz="1800" dirty="0">
                <a:solidFill>
                  <a:srgbClr val="000000"/>
                </a:solidFill>
                <a:latin typeface="Arial" panose="020B0604020202020204" pitchFamily="34" charset="0"/>
                <a:cs typeface="Arial" panose="020B0604020202020204" pitchFamily="34" charset="0"/>
              </a:rPr>
              <a:t>RAM speed catching up</a:t>
            </a:r>
          </a:p>
          <a:p>
            <a:pPr lvl="1" fontAlgn="base">
              <a:lnSpc>
                <a:spcPct val="90000"/>
              </a:lnSpc>
              <a:spcAft>
                <a:spcPct val="0"/>
              </a:spcAft>
            </a:pPr>
            <a:r>
              <a:rPr lang="en-US" altLang="en-US" sz="1800" dirty="0">
                <a:solidFill>
                  <a:srgbClr val="000000"/>
                </a:solidFill>
                <a:latin typeface="Arial" panose="020B0604020202020204" pitchFamily="34" charset="0"/>
                <a:cs typeface="Arial" panose="020B0604020202020204" pitchFamily="34" charset="0"/>
              </a:rPr>
              <a:t>Compiler (human) getting smarter</a:t>
            </a:r>
          </a:p>
          <a:p>
            <a:pPr lvl="1" fontAlgn="base">
              <a:lnSpc>
                <a:spcPct val="90000"/>
              </a:lnSpc>
              <a:spcAft>
                <a:spcPct val="0"/>
              </a:spcAft>
            </a:pPr>
            <a:r>
              <a:rPr lang="en-US" altLang="en-US" sz="1800" dirty="0">
                <a:solidFill>
                  <a:srgbClr val="000000"/>
                </a:solidFill>
                <a:latin typeface="Arial" panose="020B0604020202020204" pitchFamily="34" charset="0"/>
                <a:cs typeface="Arial" panose="020B0604020202020204" pitchFamily="34" charset="0"/>
              </a:rPr>
              <a:t>Memory is getting cheaper nowadays</a:t>
            </a:r>
          </a:p>
        </p:txBody>
      </p:sp>
      <p:graphicFrame>
        <p:nvGraphicFramePr>
          <p:cNvPr id="259112" name="Group 40"/>
          <p:cNvGraphicFramePr>
            <a:graphicFrameLocks noGrp="1"/>
          </p:cNvGraphicFramePr>
          <p:nvPr/>
        </p:nvGraphicFramePr>
        <p:xfrm>
          <a:off x="4876800" y="1219200"/>
          <a:ext cx="5638800" cy="4770120"/>
        </p:xfrm>
        <a:graphic>
          <a:graphicData uri="http://schemas.openxmlformats.org/drawingml/2006/table">
            <a:tbl>
              <a:tblPr/>
              <a:tblGrid>
                <a:gridCol w="2776538">
                  <a:extLst>
                    <a:ext uri="{9D8B030D-6E8A-4147-A177-3AD203B41FA5}">
                      <a16:colId xmlns:a16="http://schemas.microsoft.com/office/drawing/2014/main" val="3471446149"/>
                    </a:ext>
                  </a:extLst>
                </a:gridCol>
                <a:gridCol w="2862262">
                  <a:extLst>
                    <a:ext uri="{9D8B030D-6E8A-4147-A177-3AD203B41FA5}">
                      <a16:colId xmlns:a16="http://schemas.microsoft.com/office/drawing/2014/main" val="2525082062"/>
                    </a:ext>
                  </a:extLst>
                </a:gridCol>
              </a:tblGrid>
              <a:tr h="533400">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Franklin Gothic Book" panose="020B0503020102020204" pitchFamily="34" charset="0"/>
                        </a:rPr>
                        <a:t>CISC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Franklin Gothic Book" panose="020B0503020102020204" pitchFamily="34" charset="0"/>
                        </a:rPr>
                        <a:t>RISC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11633024"/>
                  </a:ext>
                </a:extLst>
              </a:tr>
              <a:tr h="381000">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Georgia" panose="02040502050405020303" pitchFamily="18" charset="0"/>
                        </a:rPr>
                        <a:t>Variable length instructions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Georgia" panose="02040502050405020303" pitchFamily="18" charset="0"/>
                        </a:rPr>
                        <a:t>Fixed-length instructions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39900569"/>
                  </a:ext>
                </a:extLst>
              </a:tr>
              <a:tr h="381000">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Georgia" panose="02040502050405020303" pitchFamily="18" charset="0"/>
                        </a:rPr>
                        <a:t>Abundant instructions and addressing modes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Georgia" panose="02040502050405020303" pitchFamily="18" charset="0"/>
                        </a:rPr>
                        <a:t>Fewer instructions and addressing modes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13013772"/>
                  </a:ext>
                </a:extLst>
              </a:tr>
              <a:tr h="381000">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Georgia" panose="02040502050405020303" pitchFamily="18" charset="0"/>
                        </a:rPr>
                        <a:t>Longer decoding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Georgia" panose="02040502050405020303" pitchFamily="18" charset="0"/>
                        </a:rPr>
                        <a:t>Easier decoding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50822292"/>
                  </a:ext>
                </a:extLst>
              </a:tr>
              <a:tr h="334963">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Georgia" panose="02040502050405020303" pitchFamily="18" charset="0"/>
                        </a:rPr>
                        <a:t>Mem-to-mem operations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Georgia" panose="02040502050405020303" pitchFamily="18" charset="0"/>
                        </a:rPr>
                        <a:t>Load/store architecture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97482744"/>
                  </a:ext>
                </a:extLst>
              </a:tr>
              <a:tr h="381000">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Georgia" panose="02040502050405020303" pitchFamily="18" charset="0"/>
                        </a:rPr>
                        <a:t>Use on-core microcode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Georgia" panose="02040502050405020303" pitchFamily="18" charset="0"/>
                        </a:rPr>
                        <a:t>No microinstructions, directly executed by HW logic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77025044"/>
                  </a:ext>
                </a:extLst>
              </a:tr>
              <a:tr h="304800">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Georgia" panose="02040502050405020303" pitchFamily="18" charset="0"/>
                        </a:rPr>
                        <a:t>Less pipelineability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Georgia" panose="02040502050405020303" pitchFamily="18" charset="0"/>
                        </a:rPr>
                        <a:t>Better pipelineability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7306780"/>
                  </a:ext>
                </a:extLst>
              </a:tr>
              <a:tr h="441325">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Georgia" panose="02040502050405020303" pitchFamily="18" charset="0"/>
                        </a:rPr>
                        <a:t>Closer semantic gap between high level code and assembly (shift complexity to microcode)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Georgia" panose="02040502050405020303" pitchFamily="18" charset="0"/>
                        </a:rPr>
                        <a:t>Needs smart compilers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87787489"/>
                  </a:ext>
                </a:extLst>
              </a:tr>
              <a:tr h="563563">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rgbClr val="0000CC"/>
                          </a:solidFill>
                          <a:effectLst/>
                          <a:latin typeface="Georgia" panose="02040502050405020303" pitchFamily="18" charset="0"/>
                        </a:rPr>
                        <a:t>Intel IA32, IBM 360, DEC VAX, Motorola 68030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defRPr sz="2800">
                          <a:solidFill>
                            <a:schemeClr val="tx1"/>
                          </a:solidFill>
                          <a:latin typeface="Franklin Gothic Book" panose="020B0503020102020204" pitchFamily="34" charset="0"/>
                        </a:defRPr>
                      </a:lvl1pPr>
                      <a:lvl2pPr algn="l">
                        <a:spcBef>
                          <a:spcPct val="20000"/>
                        </a:spcBef>
                        <a:defRPr sz="2400">
                          <a:solidFill>
                            <a:schemeClr val="tx1"/>
                          </a:solidFill>
                          <a:latin typeface="Franklin Gothic Book" panose="020B0503020102020204" pitchFamily="34" charset="0"/>
                        </a:defRPr>
                      </a:lvl2pPr>
                      <a:lvl3pPr algn="l">
                        <a:spcBef>
                          <a:spcPct val="20000"/>
                        </a:spcBef>
                        <a:defRPr sz="2000">
                          <a:solidFill>
                            <a:schemeClr val="tx1"/>
                          </a:solidFill>
                          <a:latin typeface="Franklin Gothic Book" panose="020B0503020102020204" pitchFamily="34" charset="0"/>
                        </a:defRPr>
                      </a:lvl3pPr>
                      <a:lvl4pPr algn="l">
                        <a:spcBef>
                          <a:spcPct val="20000"/>
                        </a:spcBef>
                        <a:defRPr>
                          <a:solidFill>
                            <a:schemeClr val="tx1"/>
                          </a:solidFill>
                          <a:latin typeface="Franklin Gothic Book" panose="020B0503020102020204" pitchFamily="34" charset="0"/>
                        </a:defRPr>
                      </a:lvl4pPr>
                      <a:lvl5pPr algn="l">
                        <a:spcBef>
                          <a:spcPct val="20000"/>
                        </a:spcBef>
                        <a:defRPr>
                          <a:solidFill>
                            <a:schemeClr val="tx1"/>
                          </a:solidFill>
                          <a:latin typeface="Franklin Gothic Book" panose="020B0503020102020204" pitchFamily="34" charset="0"/>
                        </a:defRPr>
                      </a:lvl5pPr>
                      <a:lvl6pPr fontAlgn="base">
                        <a:spcBef>
                          <a:spcPct val="20000"/>
                        </a:spcBef>
                        <a:spcAft>
                          <a:spcPct val="0"/>
                        </a:spcAft>
                        <a:defRPr>
                          <a:solidFill>
                            <a:schemeClr val="tx1"/>
                          </a:solidFill>
                          <a:latin typeface="Franklin Gothic Book" panose="020B0503020102020204" pitchFamily="34" charset="0"/>
                        </a:defRPr>
                      </a:lvl6pPr>
                      <a:lvl7pPr fontAlgn="base">
                        <a:spcBef>
                          <a:spcPct val="20000"/>
                        </a:spcBef>
                        <a:spcAft>
                          <a:spcPct val="0"/>
                        </a:spcAft>
                        <a:defRPr>
                          <a:solidFill>
                            <a:schemeClr val="tx1"/>
                          </a:solidFill>
                          <a:latin typeface="Franklin Gothic Book" panose="020B0503020102020204" pitchFamily="34" charset="0"/>
                        </a:defRPr>
                      </a:lvl7pPr>
                      <a:lvl8pPr fontAlgn="base">
                        <a:spcBef>
                          <a:spcPct val="20000"/>
                        </a:spcBef>
                        <a:spcAft>
                          <a:spcPct val="0"/>
                        </a:spcAft>
                        <a:defRPr>
                          <a:solidFill>
                            <a:schemeClr val="tx1"/>
                          </a:solidFill>
                          <a:latin typeface="Franklin Gothic Book" panose="020B0503020102020204" pitchFamily="34" charset="0"/>
                        </a:defRPr>
                      </a:lvl8pPr>
                      <a:lvl9pPr fontAlgn="base">
                        <a:spcBef>
                          <a:spcPct val="20000"/>
                        </a:spcBef>
                        <a:spcAft>
                          <a:spcPct val="0"/>
                        </a:spcAft>
                        <a:defRPr>
                          <a:solidFill>
                            <a:schemeClr val="tx1"/>
                          </a:solidFill>
                          <a:latin typeface="Franklin Gothic Book" panose="020B05030201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rgbClr val="0000CC"/>
                          </a:solidFill>
                          <a:effectLst/>
                          <a:latin typeface="Georgia" panose="02040502050405020303" pitchFamily="18" charset="0"/>
                        </a:rPr>
                        <a:t>MIPS, IBM 801, IBM PowerPC, Sun Sparc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63970222"/>
                  </a:ext>
                </a:extLst>
              </a:tr>
            </a:tbl>
          </a:graphicData>
        </a:graphic>
      </p:graphicFrame>
    </p:spTree>
    <p:extLst>
      <p:ext uri="{BB962C8B-B14F-4D97-AF65-F5344CB8AC3E}">
        <p14:creationId xmlns:p14="http://schemas.microsoft.com/office/powerpoint/2010/main" val="12464441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p:txBody>
          <a:bodyPr/>
          <a:lstStyle/>
          <a:p>
            <a:r>
              <a:rPr lang="en-US" altLang="en-US">
                <a:ea typeface="ＭＳ Ｐゴシック" panose="020B0600070205080204" pitchFamily="34" charset="-128"/>
              </a:rPr>
              <a:t>RISC Instruction Sets</a:t>
            </a:r>
          </a:p>
        </p:txBody>
      </p:sp>
      <p:sp>
        <p:nvSpPr>
          <p:cNvPr id="32771" name="Rectangle 3"/>
          <p:cNvSpPr>
            <a:spLocks noGrp="1"/>
          </p:cNvSpPr>
          <p:nvPr>
            <p:ph type="body" idx="1"/>
          </p:nvPr>
        </p:nvSpPr>
        <p:spPr/>
        <p:txBody>
          <a:bodyPr/>
          <a:lstStyle/>
          <a:p>
            <a:r>
              <a:rPr lang="en-US" altLang="en-US">
                <a:ea typeface="ＭＳ Ｐゴシック" panose="020B0600070205080204" pitchFamily="34" charset="-128"/>
              </a:rPr>
              <a:t>Focus on RISC first because it is simpler</a:t>
            </a:r>
          </a:p>
          <a:p>
            <a:r>
              <a:rPr lang="en-US" altLang="en-US">
                <a:ea typeface="ＭＳ Ｐゴシック" panose="020B0600070205080204" pitchFamily="34" charset="-128"/>
              </a:rPr>
              <a:t>RISC instructions each occupy a single word</a:t>
            </a:r>
          </a:p>
          <a:p>
            <a:r>
              <a:rPr lang="en-US" altLang="en-US">
                <a:ea typeface="ＭＳ Ｐゴシック" panose="020B0600070205080204" pitchFamily="34" charset="-128"/>
              </a:rPr>
              <a:t>A </a:t>
            </a:r>
            <a:r>
              <a:rPr lang="en-US" altLang="en-US">
                <a:solidFill>
                  <a:srgbClr val="0000FF"/>
                </a:solidFill>
                <a:ea typeface="ＭＳ Ｐゴシック" panose="020B0600070205080204" pitchFamily="34" charset="-128"/>
              </a:rPr>
              <a:t>load/store architecture </a:t>
            </a:r>
            <a:r>
              <a:rPr lang="en-US" altLang="en-US">
                <a:ea typeface="ＭＳ Ｐゴシック" panose="020B0600070205080204" pitchFamily="34" charset="-128"/>
              </a:rPr>
              <a:t>is used, meaning:</a:t>
            </a:r>
          </a:p>
          <a:p>
            <a:pPr lvl="1"/>
            <a:r>
              <a:rPr lang="en-US" altLang="en-US" sz="3200">
                <a:ea typeface="ＭＳ Ｐゴシック" panose="020B0600070205080204" pitchFamily="34" charset="-128"/>
              </a:rPr>
              <a:t>only Load and Store instructions are used</a:t>
            </a:r>
            <a:br>
              <a:rPr lang="en-US" altLang="en-US" sz="3200">
                <a:ea typeface="ＭＳ Ｐゴシック" panose="020B0600070205080204" pitchFamily="34" charset="-128"/>
              </a:rPr>
            </a:br>
            <a:r>
              <a:rPr lang="en-US" altLang="en-US" sz="3200">
                <a:ea typeface="ＭＳ Ｐゴシック" panose="020B0600070205080204" pitchFamily="34" charset="-128"/>
              </a:rPr>
              <a:t>to access memory operands</a:t>
            </a:r>
          </a:p>
          <a:p>
            <a:pPr lvl="1"/>
            <a:r>
              <a:rPr lang="en-US" altLang="en-US" sz="3200">
                <a:ea typeface="ＭＳ Ｐゴシック" panose="020B0600070205080204" pitchFamily="34" charset="-128"/>
              </a:rPr>
              <a:t>operands for arithmetic/logic instructions </a:t>
            </a:r>
            <a:br>
              <a:rPr lang="en-US" altLang="en-US" sz="3200">
                <a:ea typeface="ＭＳ Ｐゴシック" panose="020B0600070205080204" pitchFamily="34" charset="-128"/>
              </a:rPr>
            </a:br>
            <a:r>
              <a:rPr lang="en-US" altLang="en-US" sz="3200">
                <a:ea typeface="ＭＳ Ｐゴシック" panose="020B0600070205080204" pitchFamily="34" charset="-128"/>
              </a:rPr>
              <a:t>must be in registers, or one of them</a:t>
            </a:r>
            <a:br>
              <a:rPr lang="en-US" altLang="en-US" sz="3200">
                <a:ea typeface="ＭＳ Ｐゴシック" panose="020B0600070205080204" pitchFamily="34" charset="-128"/>
              </a:rPr>
            </a:br>
            <a:r>
              <a:rPr lang="en-US" altLang="en-US" sz="3200">
                <a:ea typeface="ＭＳ Ｐゴシック" panose="020B0600070205080204" pitchFamily="34" charset="-128"/>
              </a:rPr>
              <a:t>may be given explicitly in instruction word</a:t>
            </a:r>
          </a:p>
        </p:txBody>
      </p:sp>
    </p:spTree>
    <p:extLst>
      <p:ext uri="{BB962C8B-B14F-4D97-AF65-F5344CB8AC3E}">
        <p14:creationId xmlns:p14="http://schemas.microsoft.com/office/powerpoint/2010/main" val="3069832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p:txBody>
          <a:bodyPr/>
          <a:lstStyle/>
          <a:p>
            <a:r>
              <a:rPr lang="en-US" altLang="en-US">
                <a:ea typeface="ＭＳ Ｐゴシック" panose="020B0600070205080204" pitchFamily="34" charset="-128"/>
              </a:rPr>
              <a:t>RISC Instruction Sets</a:t>
            </a:r>
          </a:p>
        </p:txBody>
      </p:sp>
      <p:sp>
        <p:nvSpPr>
          <p:cNvPr id="33795" name="Rectangle 3"/>
          <p:cNvSpPr>
            <a:spLocks noGrp="1"/>
          </p:cNvSpPr>
          <p:nvPr>
            <p:ph type="body" idx="1"/>
          </p:nvPr>
        </p:nvSpPr>
        <p:spPr/>
        <p:txBody>
          <a:bodyPr/>
          <a:lstStyle/>
          <a:p>
            <a:r>
              <a:rPr lang="en-US" altLang="en-US" dirty="0">
                <a:ea typeface="ＭＳ Ｐゴシック" panose="020B0600070205080204" pitchFamily="34" charset="-128"/>
              </a:rPr>
              <a:t>Instructions/data are stored in the memory</a:t>
            </a:r>
          </a:p>
          <a:p>
            <a:r>
              <a:rPr lang="en-US" altLang="en-US" dirty="0">
                <a:ea typeface="ＭＳ Ｐゴシック" panose="020B0600070205080204" pitchFamily="34" charset="-128"/>
              </a:rPr>
              <a:t>Because RISC requires register operands,</a:t>
            </a:r>
            <a:br>
              <a:rPr lang="en-US" altLang="en-US" dirty="0">
                <a:ea typeface="ＭＳ Ｐゴシック" panose="020B0600070205080204" pitchFamily="34" charset="-128"/>
              </a:rPr>
            </a:br>
            <a:r>
              <a:rPr lang="en-US" altLang="en-US" dirty="0">
                <a:ea typeface="ＭＳ Ｐゴシック" panose="020B0600070205080204" pitchFamily="34" charset="-128"/>
              </a:rPr>
              <a:t>data transfers are required before arithmetic</a:t>
            </a:r>
          </a:p>
          <a:p>
            <a:r>
              <a:rPr lang="en-US" altLang="en-US" dirty="0">
                <a:ea typeface="ＭＳ Ｐゴシック" panose="020B0600070205080204" pitchFamily="34" charset="-128"/>
              </a:rPr>
              <a:t>The Load instruction is used for this purpose:</a:t>
            </a:r>
            <a:br>
              <a:rPr lang="en-US" altLang="en-US" dirty="0">
                <a:ea typeface="ＭＳ Ｐゴシック" panose="020B0600070205080204" pitchFamily="34" charset="-128"/>
              </a:rPr>
            </a:br>
            <a:r>
              <a:rPr lang="en-US" altLang="en-US" dirty="0">
                <a:ea typeface="ＭＳ Ｐゴシック" panose="020B0600070205080204" pitchFamily="34" charset="-128"/>
              </a:rPr>
              <a:t>	Load    </a:t>
            </a:r>
            <a:r>
              <a:rPr lang="en-US" altLang="en-US" i="1" dirty="0" err="1">
                <a:ea typeface="ＭＳ Ｐゴシック" panose="020B0600070205080204" pitchFamily="34" charset="-128"/>
              </a:rPr>
              <a:t>procr_register</a:t>
            </a:r>
            <a:r>
              <a:rPr lang="en-US" altLang="en-US" dirty="0">
                <a:ea typeface="ＭＳ Ｐゴシック" panose="020B0600070205080204" pitchFamily="34" charset="-128"/>
              </a:rPr>
              <a:t>, </a:t>
            </a:r>
            <a:r>
              <a:rPr lang="en-US" altLang="en-US" i="1" dirty="0" err="1">
                <a:ea typeface="ＭＳ Ｐゴシック" panose="020B0600070205080204" pitchFamily="34" charset="-128"/>
              </a:rPr>
              <a:t>mem_location</a:t>
            </a:r>
            <a:endParaRPr lang="en-US" altLang="en-US" i="1" dirty="0">
              <a:ea typeface="ＭＳ Ｐゴシック" panose="020B0600070205080204" pitchFamily="34" charset="-128"/>
            </a:endParaRPr>
          </a:p>
          <a:p>
            <a:r>
              <a:rPr lang="en-US" altLang="en-US" dirty="0">
                <a:solidFill>
                  <a:srgbClr val="0000FF"/>
                </a:solidFill>
                <a:ea typeface="ＭＳ Ｐゴシック" panose="020B0600070205080204" pitchFamily="34" charset="-128"/>
              </a:rPr>
              <a:t>Addressing mode </a:t>
            </a:r>
            <a:r>
              <a:rPr lang="en-US" altLang="en-US" dirty="0">
                <a:ea typeface="ＭＳ Ｐゴシック" panose="020B0600070205080204" pitchFamily="34" charset="-128"/>
              </a:rPr>
              <a:t>specifies memory location;</a:t>
            </a:r>
            <a:br>
              <a:rPr lang="en-US" altLang="en-US" dirty="0">
                <a:ea typeface="ＭＳ Ｐゴシック" panose="020B0600070205080204" pitchFamily="34" charset="-128"/>
              </a:rPr>
            </a:b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3273833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p:txBody>
          <a:bodyPr/>
          <a:lstStyle/>
          <a:p>
            <a:r>
              <a:rPr lang="en-US" altLang="en-US">
                <a:ea typeface="ＭＳ Ｐゴシック" panose="020B0600070205080204" pitchFamily="34" charset="-128"/>
              </a:rPr>
              <a:t>RISC Instruction Sets</a:t>
            </a:r>
          </a:p>
        </p:txBody>
      </p:sp>
      <p:sp>
        <p:nvSpPr>
          <p:cNvPr id="34819" name="Rectangle 3"/>
          <p:cNvSpPr>
            <a:spLocks noGrp="1"/>
          </p:cNvSpPr>
          <p:nvPr>
            <p:ph type="body" idx="1"/>
          </p:nvPr>
        </p:nvSpPr>
        <p:spPr/>
        <p:txBody>
          <a:bodyPr/>
          <a:lstStyle/>
          <a:p>
            <a:r>
              <a:rPr lang="en-US" altLang="en-US">
                <a:ea typeface="ＭＳ Ｐゴシック" panose="020B0600070205080204" pitchFamily="34" charset="-128"/>
              </a:rPr>
              <a:t>Consider high-level language statement:</a:t>
            </a:r>
            <a:br>
              <a:rPr lang="en-US" altLang="en-US">
                <a:ea typeface="ＭＳ Ｐゴシック" panose="020B0600070205080204" pitchFamily="34" charset="-128"/>
              </a:rPr>
            </a:br>
            <a:r>
              <a:rPr lang="en-US" altLang="en-US">
                <a:ea typeface="ＭＳ Ｐゴシック" panose="020B0600070205080204" pitchFamily="34" charset="-128"/>
              </a:rPr>
              <a:t>			C </a:t>
            </a:r>
            <a:r>
              <a:rPr lang="en-US" altLang="en-US">
                <a:ea typeface="ＭＳ Ｐゴシック" panose="020B0600070205080204" pitchFamily="34" charset="-128"/>
                <a:sym typeface="Symbol" panose="05050102010706020507" pitchFamily="18" charset="2"/>
              </a:rPr>
              <a:t>=</a:t>
            </a:r>
            <a:r>
              <a:rPr lang="en-US" altLang="en-US">
                <a:ea typeface="ＭＳ Ｐゴシック" panose="020B0600070205080204" pitchFamily="34" charset="-128"/>
              </a:rPr>
              <a:t> A </a:t>
            </a:r>
            <a:r>
              <a:rPr lang="en-US" altLang="en-US">
                <a:ea typeface="ＭＳ Ｐゴシック" panose="020B0600070205080204" pitchFamily="34" charset="-128"/>
                <a:sym typeface="Symbol" panose="05050102010706020507" pitchFamily="18" charset="2"/>
              </a:rPr>
              <a:t>+</a:t>
            </a:r>
            <a:r>
              <a:rPr lang="en-US" altLang="en-US">
                <a:ea typeface="ＭＳ Ｐゴシック" panose="020B0600070205080204" pitchFamily="34" charset="-128"/>
              </a:rPr>
              <a:t> B</a:t>
            </a:r>
          </a:p>
          <a:p>
            <a:r>
              <a:rPr lang="en-US" altLang="en-US">
                <a:ea typeface="ＭＳ Ｐゴシック" panose="020B0600070205080204" pitchFamily="34" charset="-128"/>
              </a:rPr>
              <a:t>A, B, and C correspond to memory locations</a:t>
            </a:r>
          </a:p>
          <a:p>
            <a:r>
              <a:rPr lang="en-US" altLang="en-US">
                <a:ea typeface="ＭＳ Ｐゴシック" panose="020B0600070205080204" pitchFamily="34" charset="-128"/>
              </a:rPr>
              <a:t>RTN specification with these symbolic names:</a:t>
            </a:r>
            <a:br>
              <a:rPr lang="en-US" altLang="en-US">
                <a:ea typeface="ＭＳ Ｐゴシック" panose="020B0600070205080204" pitchFamily="34" charset="-128"/>
              </a:rPr>
            </a:br>
            <a:r>
              <a:rPr lang="en-US" altLang="en-US">
                <a:ea typeface="ＭＳ Ｐゴシック" panose="020B0600070205080204" pitchFamily="34" charset="-128"/>
                <a:sym typeface="Symbol" panose="05050102010706020507" pitchFamily="18" charset="2"/>
              </a:rPr>
              <a:t>			C ← [A] + [B]</a:t>
            </a:r>
            <a:endParaRPr lang="en-US" altLang="en-US">
              <a:ea typeface="ＭＳ Ｐゴシック" panose="020B0600070205080204" pitchFamily="34" charset="-128"/>
            </a:endParaRPr>
          </a:p>
          <a:p>
            <a:r>
              <a:rPr lang="en-US" altLang="en-US">
                <a:ea typeface="ＭＳ Ｐゴシック" panose="020B0600070205080204" pitchFamily="34" charset="-128"/>
              </a:rPr>
              <a:t>Steps: fetch contents of locations A and B,</a:t>
            </a:r>
            <a:br>
              <a:rPr lang="en-US" altLang="en-US">
                <a:ea typeface="ＭＳ Ｐゴシック" panose="020B0600070205080204" pitchFamily="34" charset="-128"/>
              </a:rPr>
            </a:br>
            <a:r>
              <a:rPr lang="en-US" altLang="en-US">
                <a:ea typeface="ＭＳ Ｐゴシック" panose="020B0600070205080204" pitchFamily="34" charset="-128"/>
              </a:rPr>
              <a:t>compute sum, and transfer result to location C</a:t>
            </a:r>
          </a:p>
        </p:txBody>
      </p:sp>
    </p:spTree>
    <p:extLst>
      <p:ext uri="{BB962C8B-B14F-4D97-AF65-F5344CB8AC3E}">
        <p14:creationId xmlns:p14="http://schemas.microsoft.com/office/powerpoint/2010/main" val="9379647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p:txBody>
          <a:bodyPr/>
          <a:lstStyle/>
          <a:p>
            <a:r>
              <a:rPr lang="en-US" altLang="en-US">
                <a:ea typeface="ＭＳ Ｐゴシック" panose="020B0600070205080204" pitchFamily="34" charset="-128"/>
              </a:rPr>
              <a:t>RISC Instruction Sets</a:t>
            </a:r>
          </a:p>
        </p:txBody>
      </p:sp>
      <p:sp>
        <p:nvSpPr>
          <p:cNvPr id="35843" name="Rectangle 3"/>
          <p:cNvSpPr>
            <a:spLocks noGrp="1"/>
          </p:cNvSpPr>
          <p:nvPr>
            <p:ph type="body" idx="1"/>
          </p:nvPr>
        </p:nvSpPr>
        <p:spPr/>
        <p:txBody>
          <a:bodyPr/>
          <a:lstStyle/>
          <a:p>
            <a:r>
              <a:rPr lang="en-US" altLang="en-US" dirty="0">
                <a:ea typeface="ＭＳ Ｐゴシック" panose="020B0600070205080204" pitchFamily="34" charset="-128"/>
              </a:rPr>
              <a:t>Sequence of simple RISC instructions for task:</a:t>
            </a:r>
            <a:br>
              <a:rPr lang="en-US" altLang="en-US" dirty="0">
                <a:ea typeface="ＭＳ Ｐゴシック" panose="020B0600070205080204" pitchFamily="34" charset="-128"/>
              </a:rPr>
            </a:br>
            <a:r>
              <a:rPr lang="en-US" altLang="en-US" dirty="0">
                <a:ea typeface="ＭＳ Ｐゴシック" panose="020B0600070205080204" pitchFamily="34" charset="-128"/>
              </a:rPr>
              <a:t>		Load	   R2, A</a:t>
            </a:r>
            <a:br>
              <a:rPr lang="en-US" altLang="en-US" dirty="0">
                <a:ea typeface="ＭＳ Ｐゴシック" panose="020B0600070205080204" pitchFamily="34" charset="-128"/>
              </a:rPr>
            </a:br>
            <a:r>
              <a:rPr lang="en-US" altLang="en-US" dirty="0">
                <a:ea typeface="ＭＳ Ｐゴシック" panose="020B0600070205080204" pitchFamily="34" charset="-128"/>
              </a:rPr>
              <a:t>		Load	   R3, B</a:t>
            </a:r>
            <a:br>
              <a:rPr lang="en-US" altLang="en-US" dirty="0">
                <a:ea typeface="ＭＳ Ｐゴシック" panose="020B0600070205080204" pitchFamily="34" charset="-128"/>
              </a:rPr>
            </a:br>
            <a:r>
              <a:rPr lang="en-US" altLang="en-US" dirty="0">
                <a:ea typeface="ＭＳ Ｐゴシック" panose="020B0600070205080204" pitchFamily="34" charset="-128"/>
              </a:rPr>
              <a:t>		Add	   R4, R2, R3</a:t>
            </a:r>
            <a:br>
              <a:rPr lang="en-US" altLang="en-US" dirty="0">
                <a:ea typeface="ＭＳ Ｐゴシック" panose="020B0600070205080204" pitchFamily="34" charset="-128"/>
              </a:rPr>
            </a:br>
            <a:r>
              <a:rPr lang="en-US" altLang="en-US" dirty="0">
                <a:ea typeface="ＭＳ Ｐゴシック" panose="020B0600070205080204" pitchFamily="34" charset="-128"/>
              </a:rPr>
              <a:t>		Store	   R4, C</a:t>
            </a:r>
          </a:p>
          <a:p>
            <a:r>
              <a:rPr lang="en-US" altLang="en-US" dirty="0">
                <a:ea typeface="ＭＳ Ｐゴシック" panose="020B0600070205080204" pitchFamily="34" charset="-128"/>
              </a:rPr>
              <a:t>Load instruction transfers data to register</a:t>
            </a:r>
          </a:p>
          <a:p>
            <a:r>
              <a:rPr lang="en-US" altLang="en-US" dirty="0">
                <a:ea typeface="ＭＳ Ｐゴシック" panose="020B0600070205080204" pitchFamily="34" charset="-128"/>
              </a:rPr>
              <a:t>Store instruction transfers data to the memory</a:t>
            </a:r>
          </a:p>
        </p:txBody>
      </p:sp>
    </p:spTree>
    <p:extLst>
      <p:ext uri="{BB962C8B-B14F-4D97-AF65-F5344CB8AC3E}">
        <p14:creationId xmlns:p14="http://schemas.microsoft.com/office/powerpoint/2010/main" val="15797483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defRPr/>
            </a:pPr>
            <a:r>
              <a:rPr lang="en-US"/>
              <a:t>Addressing Modes</a:t>
            </a:r>
          </a:p>
        </p:txBody>
      </p:sp>
      <p:sp>
        <p:nvSpPr>
          <p:cNvPr id="22531" name="Rectangle 3"/>
          <p:cNvSpPr>
            <a:spLocks noGrp="1" noChangeArrowheads="1"/>
          </p:cNvSpPr>
          <p:nvPr>
            <p:ph type="body" idx="1"/>
          </p:nvPr>
        </p:nvSpPr>
        <p:spPr/>
        <p:txBody>
          <a:bodyPr/>
          <a:lstStyle/>
          <a:p>
            <a:pPr eaLnBrk="1" hangingPunct="1">
              <a:defRPr/>
            </a:pPr>
            <a:r>
              <a:rPr lang="en-US"/>
              <a:t>When a microprocessor accesses memory, to either read or write data, it must specify the memory address it needs to access</a:t>
            </a:r>
          </a:p>
          <a:p>
            <a:pPr eaLnBrk="1" hangingPunct="1">
              <a:defRPr/>
            </a:pPr>
            <a:r>
              <a:rPr lang="en-US"/>
              <a:t>Several addressing modes to generate this address are known, a microprocessor instruction set architecture may contain some or all of those modes, deepening on its design</a:t>
            </a:r>
          </a:p>
          <a:p>
            <a:pPr eaLnBrk="1" hangingPunct="1">
              <a:defRPr/>
            </a:pPr>
            <a:r>
              <a:rPr lang="en-US"/>
              <a:t>In the following examples we will use the LDAC instruction (loads data from a memory location into the AC (accumulator) microprocessor register)</a:t>
            </a:r>
          </a:p>
        </p:txBody>
      </p:sp>
    </p:spTree>
    <p:extLst>
      <p:ext uri="{BB962C8B-B14F-4D97-AF65-F5344CB8AC3E}">
        <p14:creationId xmlns:p14="http://schemas.microsoft.com/office/powerpoint/2010/main" val="24120928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defRPr/>
            </a:pPr>
            <a:r>
              <a:rPr lang="en-US"/>
              <a:t>Direct mode</a:t>
            </a:r>
          </a:p>
        </p:txBody>
      </p:sp>
      <p:sp>
        <p:nvSpPr>
          <p:cNvPr id="23555" name="Rectangle 3"/>
          <p:cNvSpPr>
            <a:spLocks noGrp="1" noChangeArrowheads="1"/>
          </p:cNvSpPr>
          <p:nvPr>
            <p:ph type="body" idx="1"/>
          </p:nvPr>
        </p:nvSpPr>
        <p:spPr>
          <a:xfrm>
            <a:off x="1524000" y="4800600"/>
            <a:ext cx="9144000" cy="2057400"/>
          </a:xfrm>
        </p:spPr>
        <p:txBody>
          <a:bodyPr/>
          <a:lstStyle/>
          <a:p>
            <a:pPr eaLnBrk="1" hangingPunct="1">
              <a:lnSpc>
                <a:spcPct val="80000"/>
              </a:lnSpc>
            </a:pPr>
            <a:r>
              <a:rPr lang="en-US" altLang="en-US" sz="2800">
                <a:ea typeface="ＭＳ Ｐゴシック" panose="020B0600070205080204" pitchFamily="34" charset="-128"/>
              </a:rPr>
              <a:t>Instruction includes the A memory address</a:t>
            </a:r>
          </a:p>
          <a:p>
            <a:pPr eaLnBrk="1" hangingPunct="1">
              <a:lnSpc>
                <a:spcPct val="80000"/>
              </a:lnSpc>
            </a:pPr>
            <a:r>
              <a:rPr lang="en-US" altLang="en-US" sz="2800">
                <a:ea typeface="ＭＳ Ｐゴシック" panose="020B0600070205080204" pitchFamily="34" charset="-128"/>
              </a:rPr>
              <a:t>LDAC 5 – accesses memory location 5, reads the data (10) and stores the data in the microprocessor’s accumulator</a:t>
            </a:r>
          </a:p>
          <a:p>
            <a:pPr eaLnBrk="1" hangingPunct="1">
              <a:lnSpc>
                <a:spcPct val="80000"/>
              </a:lnSpc>
            </a:pPr>
            <a:r>
              <a:rPr lang="en-US" altLang="en-US" sz="2800">
                <a:ea typeface="ＭＳ Ｐゴシック" panose="020B0600070205080204" pitchFamily="34" charset="-128"/>
              </a:rPr>
              <a:t>This mode is usually used to load variables and operands into the CPU</a:t>
            </a:r>
          </a:p>
        </p:txBody>
      </p:sp>
      <p:grpSp>
        <p:nvGrpSpPr>
          <p:cNvPr id="50179" name="Group 6"/>
          <p:cNvGrpSpPr>
            <a:grpSpLocks/>
          </p:cNvGrpSpPr>
          <p:nvPr/>
        </p:nvGrpSpPr>
        <p:grpSpPr bwMode="auto">
          <a:xfrm>
            <a:off x="2057401" y="1219200"/>
            <a:ext cx="4722813" cy="604838"/>
            <a:chOff x="913" y="1441"/>
            <a:chExt cx="2975" cy="381"/>
          </a:xfrm>
        </p:grpSpPr>
        <p:sp>
          <p:nvSpPr>
            <p:cNvPr id="23568" name="Rectangle 7"/>
            <p:cNvSpPr>
              <a:spLocks noChangeArrowheads="1"/>
            </p:cNvSpPr>
            <p:nvPr/>
          </p:nvSpPr>
          <p:spPr bwMode="auto">
            <a:xfrm>
              <a:off x="913" y="1441"/>
              <a:ext cx="2975" cy="381"/>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3569" name="Line 8"/>
            <p:cNvSpPr>
              <a:spLocks noChangeShapeType="1"/>
            </p:cNvSpPr>
            <p:nvPr/>
          </p:nvSpPr>
          <p:spPr bwMode="auto">
            <a:xfrm>
              <a:off x="1537" y="1446"/>
              <a:ext cx="0" cy="37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grpSp>
      <p:sp>
        <p:nvSpPr>
          <p:cNvPr id="23557" name="Rectangle 9"/>
          <p:cNvSpPr>
            <a:spLocks noChangeArrowheads="1"/>
          </p:cNvSpPr>
          <p:nvPr/>
        </p:nvSpPr>
        <p:spPr bwMode="auto">
          <a:xfrm>
            <a:off x="4191001" y="1295400"/>
            <a:ext cx="1475405"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Address A</a:t>
            </a:r>
          </a:p>
        </p:txBody>
      </p:sp>
      <p:sp>
        <p:nvSpPr>
          <p:cNvPr id="23558" name="Rectangle 10"/>
          <p:cNvSpPr>
            <a:spLocks noChangeArrowheads="1"/>
          </p:cNvSpPr>
          <p:nvPr/>
        </p:nvSpPr>
        <p:spPr bwMode="auto">
          <a:xfrm>
            <a:off x="1981201" y="1295400"/>
            <a:ext cx="1139737"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Opcode</a:t>
            </a:r>
          </a:p>
        </p:txBody>
      </p:sp>
      <p:sp>
        <p:nvSpPr>
          <p:cNvPr id="23559" name="Rectangle 11"/>
          <p:cNvSpPr>
            <a:spLocks noChangeArrowheads="1"/>
          </p:cNvSpPr>
          <p:nvPr/>
        </p:nvSpPr>
        <p:spPr bwMode="auto">
          <a:xfrm>
            <a:off x="3733801" y="762000"/>
            <a:ext cx="151483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Instruction</a:t>
            </a:r>
          </a:p>
        </p:txBody>
      </p:sp>
      <p:sp>
        <p:nvSpPr>
          <p:cNvPr id="23560" name="Rectangle 12"/>
          <p:cNvSpPr>
            <a:spLocks noChangeArrowheads="1"/>
          </p:cNvSpPr>
          <p:nvPr/>
        </p:nvSpPr>
        <p:spPr bwMode="auto">
          <a:xfrm>
            <a:off x="7239001" y="1219201"/>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a:solidFill>
                <a:srgbClr val="000000"/>
              </a:solidFill>
              <a:latin typeface="Times New Roman" charset="0"/>
              <a:ea typeface="ＭＳ Ｐゴシック" charset="0"/>
            </a:endParaRPr>
          </a:p>
        </p:txBody>
      </p:sp>
      <p:sp>
        <p:nvSpPr>
          <p:cNvPr id="23561" name="Rectangle 13"/>
          <p:cNvSpPr>
            <a:spLocks noChangeArrowheads="1"/>
          </p:cNvSpPr>
          <p:nvPr/>
        </p:nvSpPr>
        <p:spPr bwMode="auto">
          <a:xfrm>
            <a:off x="7239001" y="1905001"/>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3562" name="Rectangle 14"/>
          <p:cNvSpPr>
            <a:spLocks noChangeArrowheads="1"/>
          </p:cNvSpPr>
          <p:nvPr/>
        </p:nvSpPr>
        <p:spPr bwMode="auto">
          <a:xfrm>
            <a:off x="7239001" y="2590801"/>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3563" name="Rectangle 15"/>
          <p:cNvSpPr>
            <a:spLocks noChangeArrowheads="1"/>
          </p:cNvSpPr>
          <p:nvPr/>
        </p:nvSpPr>
        <p:spPr bwMode="auto">
          <a:xfrm>
            <a:off x="7239001" y="3276601"/>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3564" name="Rectangle 16"/>
          <p:cNvSpPr>
            <a:spLocks noChangeArrowheads="1"/>
          </p:cNvSpPr>
          <p:nvPr/>
        </p:nvSpPr>
        <p:spPr bwMode="auto">
          <a:xfrm>
            <a:off x="7239001" y="3962401"/>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3565" name="Rectangle 17"/>
          <p:cNvSpPr>
            <a:spLocks noChangeArrowheads="1"/>
          </p:cNvSpPr>
          <p:nvPr/>
        </p:nvSpPr>
        <p:spPr bwMode="auto">
          <a:xfrm>
            <a:off x="7848601" y="762000"/>
            <a:ext cx="124232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Memory</a:t>
            </a:r>
          </a:p>
        </p:txBody>
      </p:sp>
      <p:sp>
        <p:nvSpPr>
          <p:cNvPr id="23566" name="Rectangle 18"/>
          <p:cNvSpPr>
            <a:spLocks noChangeArrowheads="1"/>
          </p:cNvSpPr>
          <p:nvPr/>
        </p:nvSpPr>
        <p:spPr bwMode="auto">
          <a:xfrm>
            <a:off x="7924801" y="2743200"/>
            <a:ext cx="124232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Operand</a:t>
            </a:r>
          </a:p>
        </p:txBody>
      </p:sp>
      <p:sp>
        <p:nvSpPr>
          <p:cNvPr id="50190" name="Freeform 19"/>
          <p:cNvSpPr>
            <a:spLocks/>
          </p:cNvSpPr>
          <p:nvPr/>
        </p:nvSpPr>
        <p:spPr bwMode="auto">
          <a:xfrm>
            <a:off x="4648200" y="1828800"/>
            <a:ext cx="2590800" cy="1066800"/>
          </a:xfrm>
          <a:custGeom>
            <a:avLst/>
            <a:gdLst>
              <a:gd name="T0" fmla="*/ 0 w 1632"/>
              <a:gd name="T1" fmla="*/ 0 h 1274"/>
              <a:gd name="T2" fmla="*/ 0 w 1632"/>
              <a:gd name="T3" fmla="*/ 2147483647 h 1274"/>
              <a:gd name="T4" fmla="*/ 2147483647 w 1632"/>
              <a:gd name="T5" fmla="*/ 2147483647 h 1274"/>
              <a:gd name="T6" fmla="*/ 0 60000 65536"/>
              <a:gd name="T7" fmla="*/ 0 60000 65536"/>
              <a:gd name="T8" fmla="*/ 0 60000 65536"/>
            </a:gdLst>
            <a:ahLst/>
            <a:cxnLst>
              <a:cxn ang="T6">
                <a:pos x="T0" y="T1"/>
              </a:cxn>
              <a:cxn ang="T7">
                <a:pos x="T2" y="T3"/>
              </a:cxn>
              <a:cxn ang="T8">
                <a:pos x="T4" y="T5"/>
              </a:cxn>
            </a:cxnLst>
            <a:rect l="0" t="0" r="r" b="b"/>
            <a:pathLst>
              <a:path w="1632" h="1274">
                <a:moveTo>
                  <a:pt x="0" y="0"/>
                </a:moveTo>
                <a:lnTo>
                  <a:pt x="0" y="1273"/>
                </a:lnTo>
                <a:lnTo>
                  <a:pt x="1631" y="1273"/>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12797118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defRPr/>
            </a:pPr>
            <a:r>
              <a:rPr lang="en-US"/>
              <a:t>Indirect mode</a:t>
            </a:r>
          </a:p>
        </p:txBody>
      </p:sp>
      <p:sp>
        <p:nvSpPr>
          <p:cNvPr id="24579" name="Rectangle 3"/>
          <p:cNvSpPr>
            <a:spLocks noGrp="1" noChangeArrowheads="1"/>
          </p:cNvSpPr>
          <p:nvPr>
            <p:ph type="body" idx="1"/>
          </p:nvPr>
        </p:nvSpPr>
        <p:spPr>
          <a:xfrm>
            <a:off x="1524000" y="3200400"/>
            <a:ext cx="5029200" cy="3352800"/>
          </a:xfrm>
        </p:spPr>
        <p:txBody>
          <a:bodyPr/>
          <a:lstStyle/>
          <a:p>
            <a:pPr eaLnBrk="1" hangingPunct="1">
              <a:lnSpc>
                <a:spcPct val="80000"/>
              </a:lnSpc>
              <a:defRPr/>
            </a:pPr>
            <a:r>
              <a:rPr lang="en-US" sz="2000"/>
              <a:t>Starts like the direct mode, but it makes an extra memory access. The address specified in the instruction is not the address of the operand, it is the address of a memory location that contains the address of the operand.</a:t>
            </a:r>
          </a:p>
          <a:p>
            <a:pPr eaLnBrk="1" hangingPunct="1">
              <a:lnSpc>
                <a:spcPct val="80000"/>
              </a:lnSpc>
              <a:defRPr/>
            </a:pPr>
            <a:r>
              <a:rPr lang="en-US" sz="2000"/>
              <a:t>LDAC @5 or LDAC (5), first retrieves the content of memory location 5, say 10, and then CPU goes to location 10, reads the content (20) of that location and loads the data into the CPU (used for relocatable code and data by operating systems)</a:t>
            </a:r>
          </a:p>
        </p:txBody>
      </p:sp>
      <p:grpSp>
        <p:nvGrpSpPr>
          <p:cNvPr id="51203" name="Group 4"/>
          <p:cNvGrpSpPr>
            <a:grpSpLocks/>
          </p:cNvGrpSpPr>
          <p:nvPr/>
        </p:nvGrpSpPr>
        <p:grpSpPr bwMode="auto">
          <a:xfrm>
            <a:off x="1600201" y="1219200"/>
            <a:ext cx="4722813" cy="604838"/>
            <a:chOff x="913" y="1441"/>
            <a:chExt cx="2975" cy="381"/>
          </a:xfrm>
        </p:grpSpPr>
        <p:sp>
          <p:nvSpPr>
            <p:cNvPr id="24596" name="Rectangle 5"/>
            <p:cNvSpPr>
              <a:spLocks noChangeArrowheads="1"/>
            </p:cNvSpPr>
            <p:nvPr/>
          </p:nvSpPr>
          <p:spPr bwMode="auto">
            <a:xfrm>
              <a:off x="913" y="1441"/>
              <a:ext cx="2975" cy="381"/>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4597" name="Line 6"/>
            <p:cNvSpPr>
              <a:spLocks noChangeShapeType="1"/>
            </p:cNvSpPr>
            <p:nvPr/>
          </p:nvSpPr>
          <p:spPr bwMode="auto">
            <a:xfrm>
              <a:off x="1537" y="1446"/>
              <a:ext cx="0" cy="37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grpSp>
      <p:sp>
        <p:nvSpPr>
          <p:cNvPr id="24581" name="Rectangle 7"/>
          <p:cNvSpPr>
            <a:spLocks noChangeArrowheads="1"/>
          </p:cNvSpPr>
          <p:nvPr/>
        </p:nvSpPr>
        <p:spPr bwMode="auto">
          <a:xfrm>
            <a:off x="3733801" y="1295400"/>
            <a:ext cx="1475405"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Address A</a:t>
            </a:r>
          </a:p>
        </p:txBody>
      </p:sp>
      <p:sp>
        <p:nvSpPr>
          <p:cNvPr id="24582" name="Rectangle 8"/>
          <p:cNvSpPr>
            <a:spLocks noChangeArrowheads="1"/>
          </p:cNvSpPr>
          <p:nvPr/>
        </p:nvSpPr>
        <p:spPr bwMode="auto">
          <a:xfrm>
            <a:off x="1524001" y="1295400"/>
            <a:ext cx="1139737"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Opcode</a:t>
            </a:r>
          </a:p>
        </p:txBody>
      </p:sp>
      <p:sp>
        <p:nvSpPr>
          <p:cNvPr id="24583" name="Rectangle 9"/>
          <p:cNvSpPr>
            <a:spLocks noChangeArrowheads="1"/>
          </p:cNvSpPr>
          <p:nvPr/>
        </p:nvSpPr>
        <p:spPr bwMode="auto">
          <a:xfrm>
            <a:off x="3276601" y="762000"/>
            <a:ext cx="151483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Instruction</a:t>
            </a:r>
          </a:p>
        </p:txBody>
      </p:sp>
      <p:sp>
        <p:nvSpPr>
          <p:cNvPr id="24584" name="Rectangle 10"/>
          <p:cNvSpPr>
            <a:spLocks noChangeArrowheads="1"/>
          </p:cNvSpPr>
          <p:nvPr/>
        </p:nvSpPr>
        <p:spPr bwMode="auto">
          <a:xfrm>
            <a:off x="6781801" y="1219201"/>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sz="2400">
              <a:solidFill>
                <a:srgbClr val="000000"/>
              </a:solidFill>
              <a:latin typeface="Times New Roman" charset="0"/>
              <a:ea typeface="ＭＳ Ｐゴシック" charset="0"/>
            </a:endParaRPr>
          </a:p>
        </p:txBody>
      </p:sp>
      <p:sp>
        <p:nvSpPr>
          <p:cNvPr id="24585" name="Rectangle 11"/>
          <p:cNvSpPr>
            <a:spLocks noChangeArrowheads="1"/>
          </p:cNvSpPr>
          <p:nvPr/>
        </p:nvSpPr>
        <p:spPr bwMode="auto">
          <a:xfrm>
            <a:off x="6781801" y="1905001"/>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4586" name="Rectangle 12"/>
          <p:cNvSpPr>
            <a:spLocks noChangeArrowheads="1"/>
          </p:cNvSpPr>
          <p:nvPr/>
        </p:nvSpPr>
        <p:spPr bwMode="auto">
          <a:xfrm>
            <a:off x="6781801" y="2590801"/>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4587" name="Rectangle 13"/>
          <p:cNvSpPr>
            <a:spLocks noChangeArrowheads="1"/>
          </p:cNvSpPr>
          <p:nvPr/>
        </p:nvSpPr>
        <p:spPr bwMode="auto">
          <a:xfrm>
            <a:off x="6781801" y="3276601"/>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4588" name="Rectangle 14"/>
          <p:cNvSpPr>
            <a:spLocks noChangeArrowheads="1"/>
          </p:cNvSpPr>
          <p:nvPr/>
        </p:nvSpPr>
        <p:spPr bwMode="auto">
          <a:xfrm>
            <a:off x="6781801" y="3962401"/>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4589" name="Rectangle 15"/>
          <p:cNvSpPr>
            <a:spLocks noChangeArrowheads="1"/>
          </p:cNvSpPr>
          <p:nvPr/>
        </p:nvSpPr>
        <p:spPr bwMode="auto">
          <a:xfrm>
            <a:off x="7391401" y="762000"/>
            <a:ext cx="124232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Memory</a:t>
            </a:r>
          </a:p>
        </p:txBody>
      </p:sp>
      <p:sp>
        <p:nvSpPr>
          <p:cNvPr id="24590" name="Rectangle 16"/>
          <p:cNvSpPr>
            <a:spLocks noChangeArrowheads="1"/>
          </p:cNvSpPr>
          <p:nvPr/>
        </p:nvSpPr>
        <p:spPr bwMode="auto">
          <a:xfrm>
            <a:off x="6858001" y="2743200"/>
            <a:ext cx="245419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Pointer to operand</a:t>
            </a:r>
          </a:p>
        </p:txBody>
      </p:sp>
      <p:sp>
        <p:nvSpPr>
          <p:cNvPr id="51214" name="Freeform 17"/>
          <p:cNvSpPr>
            <a:spLocks/>
          </p:cNvSpPr>
          <p:nvPr/>
        </p:nvSpPr>
        <p:spPr bwMode="auto">
          <a:xfrm>
            <a:off x="4191000" y="1828800"/>
            <a:ext cx="2590800" cy="1066800"/>
          </a:xfrm>
          <a:custGeom>
            <a:avLst/>
            <a:gdLst>
              <a:gd name="T0" fmla="*/ 0 w 1632"/>
              <a:gd name="T1" fmla="*/ 0 h 1274"/>
              <a:gd name="T2" fmla="*/ 0 w 1632"/>
              <a:gd name="T3" fmla="*/ 2147483647 h 1274"/>
              <a:gd name="T4" fmla="*/ 2147483647 w 1632"/>
              <a:gd name="T5" fmla="*/ 2147483647 h 1274"/>
              <a:gd name="T6" fmla="*/ 0 60000 65536"/>
              <a:gd name="T7" fmla="*/ 0 60000 65536"/>
              <a:gd name="T8" fmla="*/ 0 60000 65536"/>
            </a:gdLst>
            <a:ahLst/>
            <a:cxnLst>
              <a:cxn ang="T6">
                <a:pos x="T0" y="T1"/>
              </a:cxn>
              <a:cxn ang="T7">
                <a:pos x="T2" y="T3"/>
              </a:cxn>
              <a:cxn ang="T8">
                <a:pos x="T4" y="T5"/>
              </a:cxn>
            </a:cxnLst>
            <a:rect l="0" t="0" r="r" b="b"/>
            <a:pathLst>
              <a:path w="1632" h="1274">
                <a:moveTo>
                  <a:pt x="0" y="0"/>
                </a:moveTo>
                <a:lnTo>
                  <a:pt x="0" y="1273"/>
                </a:lnTo>
                <a:lnTo>
                  <a:pt x="1631" y="1273"/>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a typeface="ＭＳ Ｐゴシック" panose="020B0600070205080204" pitchFamily="34" charset="-128"/>
            </a:endParaRPr>
          </a:p>
        </p:txBody>
      </p:sp>
      <p:sp>
        <p:nvSpPr>
          <p:cNvPr id="24592" name="Line 18"/>
          <p:cNvSpPr>
            <a:spLocks noChangeShapeType="1"/>
          </p:cNvSpPr>
          <p:nvPr/>
        </p:nvSpPr>
        <p:spPr bwMode="auto">
          <a:xfrm>
            <a:off x="9372600" y="2971800"/>
            <a:ext cx="4572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sp>
        <p:nvSpPr>
          <p:cNvPr id="24593" name="Line 19"/>
          <p:cNvSpPr>
            <a:spLocks noChangeShapeType="1"/>
          </p:cNvSpPr>
          <p:nvPr/>
        </p:nvSpPr>
        <p:spPr bwMode="auto">
          <a:xfrm>
            <a:off x="9829800" y="2971800"/>
            <a:ext cx="0" cy="14478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sp>
        <p:nvSpPr>
          <p:cNvPr id="24594" name="Line 20"/>
          <p:cNvSpPr>
            <a:spLocks noChangeShapeType="1"/>
          </p:cNvSpPr>
          <p:nvPr/>
        </p:nvSpPr>
        <p:spPr bwMode="auto">
          <a:xfrm flipH="1">
            <a:off x="9372600" y="4419600"/>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sp>
        <p:nvSpPr>
          <p:cNvPr id="24595" name="Rectangle 21"/>
          <p:cNvSpPr>
            <a:spLocks noChangeArrowheads="1"/>
          </p:cNvSpPr>
          <p:nvPr/>
        </p:nvSpPr>
        <p:spPr bwMode="auto">
          <a:xfrm>
            <a:off x="7543801" y="4038600"/>
            <a:ext cx="117339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operand</a:t>
            </a:r>
          </a:p>
        </p:txBody>
      </p:sp>
    </p:spTree>
    <p:extLst>
      <p:ext uri="{BB962C8B-B14F-4D97-AF65-F5344CB8AC3E}">
        <p14:creationId xmlns:p14="http://schemas.microsoft.com/office/powerpoint/2010/main" val="27200252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en-US"/>
              <a:t>Register direct mode</a:t>
            </a:r>
          </a:p>
        </p:txBody>
      </p:sp>
      <p:sp>
        <p:nvSpPr>
          <p:cNvPr id="25603" name="Rectangle 3"/>
          <p:cNvSpPr>
            <a:spLocks noGrp="1" noChangeArrowheads="1"/>
          </p:cNvSpPr>
          <p:nvPr>
            <p:ph type="body" idx="1"/>
          </p:nvPr>
        </p:nvSpPr>
        <p:spPr>
          <a:xfrm>
            <a:off x="1524000" y="4114800"/>
            <a:ext cx="9144000" cy="2743200"/>
          </a:xfrm>
        </p:spPr>
        <p:txBody>
          <a:bodyPr/>
          <a:lstStyle/>
          <a:p>
            <a:pPr eaLnBrk="1" hangingPunct="1">
              <a:lnSpc>
                <a:spcPct val="90000"/>
              </a:lnSpc>
            </a:pPr>
            <a:r>
              <a:rPr lang="en-US" altLang="en-US" sz="2800">
                <a:ea typeface="ＭＳ Ｐゴシック" panose="020B0600070205080204" pitchFamily="34" charset="-128"/>
              </a:rPr>
              <a:t>It specifies a register instead a memory address</a:t>
            </a:r>
          </a:p>
          <a:p>
            <a:pPr eaLnBrk="1" hangingPunct="1">
              <a:lnSpc>
                <a:spcPct val="90000"/>
              </a:lnSpc>
            </a:pPr>
            <a:r>
              <a:rPr lang="en-US" altLang="en-US" sz="2800">
                <a:ea typeface="ＭＳ Ｐゴシック" panose="020B0600070205080204" pitchFamily="34" charset="-128"/>
              </a:rPr>
              <a:t>LDAC R – if register R contains an value 5, then the value 5 is copied into the CPU’s accumulator</a:t>
            </a:r>
          </a:p>
          <a:p>
            <a:pPr eaLnBrk="1" hangingPunct="1">
              <a:lnSpc>
                <a:spcPct val="90000"/>
              </a:lnSpc>
            </a:pPr>
            <a:r>
              <a:rPr lang="en-US" altLang="en-US" sz="2800">
                <a:ea typeface="ＭＳ Ｐゴシック" panose="020B0600070205080204" pitchFamily="34" charset="-128"/>
              </a:rPr>
              <a:t>No memory access</a:t>
            </a:r>
          </a:p>
          <a:p>
            <a:pPr eaLnBrk="1" hangingPunct="1">
              <a:lnSpc>
                <a:spcPct val="90000"/>
              </a:lnSpc>
            </a:pPr>
            <a:r>
              <a:rPr lang="en-US" altLang="en-US" sz="2800">
                <a:ea typeface="ＭＳ Ｐゴシック" panose="020B0600070205080204" pitchFamily="34" charset="-128"/>
              </a:rPr>
              <a:t>Very fast execution</a:t>
            </a:r>
          </a:p>
          <a:p>
            <a:pPr eaLnBrk="1" hangingPunct="1">
              <a:lnSpc>
                <a:spcPct val="90000"/>
              </a:lnSpc>
            </a:pPr>
            <a:r>
              <a:rPr lang="en-US" altLang="en-US" sz="2800">
                <a:ea typeface="ＭＳ Ｐゴシック" panose="020B0600070205080204" pitchFamily="34" charset="-128"/>
              </a:rPr>
              <a:t>Very limited address space</a:t>
            </a:r>
          </a:p>
        </p:txBody>
      </p:sp>
      <p:grpSp>
        <p:nvGrpSpPr>
          <p:cNvPr id="52227" name="Group 5"/>
          <p:cNvGrpSpPr>
            <a:grpSpLocks/>
          </p:cNvGrpSpPr>
          <p:nvPr/>
        </p:nvGrpSpPr>
        <p:grpSpPr bwMode="auto">
          <a:xfrm>
            <a:off x="1600201" y="1295400"/>
            <a:ext cx="4722813" cy="604838"/>
            <a:chOff x="913" y="1441"/>
            <a:chExt cx="2975" cy="381"/>
          </a:xfrm>
        </p:grpSpPr>
        <p:sp>
          <p:nvSpPr>
            <p:cNvPr id="25615" name="Rectangle 6"/>
            <p:cNvSpPr>
              <a:spLocks noChangeArrowheads="1"/>
            </p:cNvSpPr>
            <p:nvPr/>
          </p:nvSpPr>
          <p:spPr bwMode="auto">
            <a:xfrm>
              <a:off x="913" y="1441"/>
              <a:ext cx="2975" cy="381"/>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5616" name="Line 7"/>
            <p:cNvSpPr>
              <a:spLocks noChangeShapeType="1"/>
            </p:cNvSpPr>
            <p:nvPr/>
          </p:nvSpPr>
          <p:spPr bwMode="auto">
            <a:xfrm>
              <a:off x="1537" y="1446"/>
              <a:ext cx="0" cy="37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grpSp>
      <p:sp>
        <p:nvSpPr>
          <p:cNvPr id="25605" name="Rectangle 8"/>
          <p:cNvSpPr>
            <a:spLocks noChangeArrowheads="1"/>
          </p:cNvSpPr>
          <p:nvPr/>
        </p:nvSpPr>
        <p:spPr bwMode="auto">
          <a:xfrm>
            <a:off x="2895601" y="1371600"/>
            <a:ext cx="2559035"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Register Address R</a:t>
            </a:r>
          </a:p>
        </p:txBody>
      </p:sp>
      <p:sp>
        <p:nvSpPr>
          <p:cNvPr id="25606" name="Rectangle 9"/>
          <p:cNvSpPr>
            <a:spLocks noChangeArrowheads="1"/>
          </p:cNvSpPr>
          <p:nvPr/>
        </p:nvSpPr>
        <p:spPr bwMode="auto">
          <a:xfrm>
            <a:off x="1524001" y="1371600"/>
            <a:ext cx="1139737"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Opcode</a:t>
            </a:r>
          </a:p>
        </p:txBody>
      </p:sp>
      <p:sp>
        <p:nvSpPr>
          <p:cNvPr id="25607" name="Rectangle 10"/>
          <p:cNvSpPr>
            <a:spLocks noChangeArrowheads="1"/>
          </p:cNvSpPr>
          <p:nvPr/>
        </p:nvSpPr>
        <p:spPr bwMode="auto">
          <a:xfrm>
            <a:off x="3276601" y="838200"/>
            <a:ext cx="151483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Instruction</a:t>
            </a:r>
          </a:p>
        </p:txBody>
      </p:sp>
      <p:sp>
        <p:nvSpPr>
          <p:cNvPr id="25608" name="Rectangle 11"/>
          <p:cNvSpPr>
            <a:spLocks noChangeArrowheads="1"/>
          </p:cNvSpPr>
          <p:nvPr/>
        </p:nvSpPr>
        <p:spPr bwMode="auto">
          <a:xfrm>
            <a:off x="6553201" y="1295401"/>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5609" name="Rectangle 12"/>
          <p:cNvSpPr>
            <a:spLocks noChangeArrowheads="1"/>
          </p:cNvSpPr>
          <p:nvPr/>
        </p:nvSpPr>
        <p:spPr bwMode="auto">
          <a:xfrm>
            <a:off x="6553201" y="1981201"/>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5610" name="Rectangle 13"/>
          <p:cNvSpPr>
            <a:spLocks noChangeArrowheads="1"/>
          </p:cNvSpPr>
          <p:nvPr/>
        </p:nvSpPr>
        <p:spPr bwMode="auto">
          <a:xfrm>
            <a:off x="6553201" y="2667001"/>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5611" name="Rectangle 14"/>
          <p:cNvSpPr>
            <a:spLocks noChangeArrowheads="1"/>
          </p:cNvSpPr>
          <p:nvPr/>
        </p:nvSpPr>
        <p:spPr bwMode="auto">
          <a:xfrm>
            <a:off x="6553201" y="3352801"/>
            <a:ext cx="2587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5612" name="Rectangle 16"/>
          <p:cNvSpPr>
            <a:spLocks noChangeArrowheads="1"/>
          </p:cNvSpPr>
          <p:nvPr/>
        </p:nvSpPr>
        <p:spPr bwMode="auto">
          <a:xfrm>
            <a:off x="7086601" y="762000"/>
            <a:ext cx="1327287"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Registers</a:t>
            </a:r>
          </a:p>
        </p:txBody>
      </p:sp>
      <p:sp>
        <p:nvSpPr>
          <p:cNvPr id="25613" name="Rectangle 17"/>
          <p:cNvSpPr>
            <a:spLocks noChangeArrowheads="1"/>
          </p:cNvSpPr>
          <p:nvPr/>
        </p:nvSpPr>
        <p:spPr bwMode="auto">
          <a:xfrm>
            <a:off x="7239001" y="2819400"/>
            <a:ext cx="124232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Operand</a:t>
            </a:r>
          </a:p>
        </p:txBody>
      </p:sp>
      <p:sp>
        <p:nvSpPr>
          <p:cNvPr id="52237" name="Freeform 18"/>
          <p:cNvSpPr>
            <a:spLocks/>
          </p:cNvSpPr>
          <p:nvPr/>
        </p:nvSpPr>
        <p:spPr bwMode="auto">
          <a:xfrm>
            <a:off x="3962400" y="1901826"/>
            <a:ext cx="2590800" cy="1146175"/>
          </a:xfrm>
          <a:custGeom>
            <a:avLst/>
            <a:gdLst>
              <a:gd name="T0" fmla="*/ 0 w 1632"/>
              <a:gd name="T1" fmla="*/ 0 h 1274"/>
              <a:gd name="T2" fmla="*/ 0 w 1632"/>
              <a:gd name="T3" fmla="*/ 2147483647 h 1274"/>
              <a:gd name="T4" fmla="*/ 2147483647 w 1632"/>
              <a:gd name="T5" fmla="*/ 2147483647 h 1274"/>
              <a:gd name="T6" fmla="*/ 0 60000 65536"/>
              <a:gd name="T7" fmla="*/ 0 60000 65536"/>
              <a:gd name="T8" fmla="*/ 0 60000 65536"/>
            </a:gdLst>
            <a:ahLst/>
            <a:cxnLst>
              <a:cxn ang="T6">
                <a:pos x="T0" y="T1"/>
              </a:cxn>
              <a:cxn ang="T7">
                <a:pos x="T2" y="T3"/>
              </a:cxn>
              <a:cxn ang="T8">
                <a:pos x="T4" y="T5"/>
              </a:cxn>
            </a:cxnLst>
            <a:rect l="0" t="0" r="r" b="b"/>
            <a:pathLst>
              <a:path w="1632" h="1274">
                <a:moveTo>
                  <a:pt x="0" y="0"/>
                </a:moveTo>
                <a:lnTo>
                  <a:pt x="0" y="1273"/>
                </a:lnTo>
                <a:lnTo>
                  <a:pt x="1631" y="1273"/>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23779369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defRPr/>
            </a:pPr>
            <a:r>
              <a:rPr lang="en-US"/>
              <a:t>Register indirect mode</a:t>
            </a:r>
          </a:p>
        </p:txBody>
      </p:sp>
      <p:sp>
        <p:nvSpPr>
          <p:cNvPr id="26627" name="Rectangle 3"/>
          <p:cNvSpPr>
            <a:spLocks noGrp="1" noChangeArrowheads="1"/>
          </p:cNvSpPr>
          <p:nvPr>
            <p:ph type="body" idx="1"/>
          </p:nvPr>
        </p:nvSpPr>
        <p:spPr>
          <a:xfrm>
            <a:off x="1524000" y="3962400"/>
            <a:ext cx="9144000" cy="2895600"/>
          </a:xfrm>
        </p:spPr>
        <p:txBody>
          <a:bodyPr/>
          <a:lstStyle/>
          <a:p>
            <a:pPr eaLnBrk="1" hangingPunct="1"/>
            <a:r>
              <a:rPr lang="en-US" altLang="en-US" sz="2800" dirty="0">
                <a:ea typeface="ＭＳ Ｐゴシック" panose="020B0600070205080204" pitchFamily="34" charset="-128"/>
              </a:rPr>
              <a:t>LDAC @R or LDAC (R) – the register contains the address of the operand in the memory</a:t>
            </a:r>
          </a:p>
          <a:p>
            <a:pPr eaLnBrk="1" hangingPunct="1"/>
            <a:r>
              <a:rPr lang="en-US" altLang="en-US" sz="2800" dirty="0">
                <a:ea typeface="ＭＳ Ｐゴシック" panose="020B0600070205080204" pitchFamily="34" charset="-128"/>
              </a:rPr>
              <a:t>Register R (selected by the operand), contains value 5 which represents the address of the operand in the memory (10)</a:t>
            </a:r>
          </a:p>
          <a:p>
            <a:pPr eaLnBrk="1" hangingPunct="1"/>
            <a:r>
              <a:rPr lang="en-US" altLang="en-US" sz="2800" dirty="0">
                <a:ea typeface="ＭＳ Ｐゴシック" panose="020B0600070205080204" pitchFamily="34" charset="-128"/>
              </a:rPr>
              <a:t>One fewer memory access than indirect addressing</a:t>
            </a:r>
          </a:p>
        </p:txBody>
      </p:sp>
      <p:sp>
        <p:nvSpPr>
          <p:cNvPr id="26628" name="Rectangle 4"/>
          <p:cNvSpPr>
            <a:spLocks noChangeArrowheads="1"/>
          </p:cNvSpPr>
          <p:nvPr/>
        </p:nvSpPr>
        <p:spPr bwMode="auto">
          <a:xfrm>
            <a:off x="1116013" y="5160963"/>
            <a:ext cx="1905001"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6629" name="Rectangle 5"/>
          <p:cNvSpPr>
            <a:spLocks noChangeArrowheads="1"/>
          </p:cNvSpPr>
          <p:nvPr/>
        </p:nvSpPr>
        <p:spPr bwMode="auto">
          <a:xfrm>
            <a:off x="3808413" y="5160963"/>
            <a:ext cx="2895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grpSp>
        <p:nvGrpSpPr>
          <p:cNvPr id="53253" name="Group 6"/>
          <p:cNvGrpSpPr>
            <a:grpSpLocks/>
          </p:cNvGrpSpPr>
          <p:nvPr/>
        </p:nvGrpSpPr>
        <p:grpSpPr bwMode="auto">
          <a:xfrm>
            <a:off x="1600201" y="1219200"/>
            <a:ext cx="4722813" cy="604838"/>
            <a:chOff x="913" y="1441"/>
            <a:chExt cx="2975" cy="381"/>
          </a:xfrm>
        </p:grpSpPr>
        <p:sp>
          <p:nvSpPr>
            <p:cNvPr id="26650" name="Rectangle 7"/>
            <p:cNvSpPr>
              <a:spLocks noChangeArrowheads="1"/>
            </p:cNvSpPr>
            <p:nvPr/>
          </p:nvSpPr>
          <p:spPr bwMode="auto">
            <a:xfrm>
              <a:off x="913" y="1441"/>
              <a:ext cx="2975" cy="381"/>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6651" name="Line 8"/>
            <p:cNvSpPr>
              <a:spLocks noChangeShapeType="1"/>
            </p:cNvSpPr>
            <p:nvPr/>
          </p:nvSpPr>
          <p:spPr bwMode="auto">
            <a:xfrm>
              <a:off x="1537" y="1446"/>
              <a:ext cx="0" cy="37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grpSp>
      <p:sp>
        <p:nvSpPr>
          <p:cNvPr id="26631" name="Rectangle 9"/>
          <p:cNvSpPr>
            <a:spLocks noChangeArrowheads="1"/>
          </p:cNvSpPr>
          <p:nvPr/>
        </p:nvSpPr>
        <p:spPr bwMode="auto">
          <a:xfrm>
            <a:off x="3160714" y="1295400"/>
            <a:ext cx="2559035"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Register Address R</a:t>
            </a:r>
          </a:p>
        </p:txBody>
      </p:sp>
      <p:sp>
        <p:nvSpPr>
          <p:cNvPr id="26632" name="Rectangle 10"/>
          <p:cNvSpPr>
            <a:spLocks noChangeArrowheads="1"/>
          </p:cNvSpPr>
          <p:nvPr/>
        </p:nvSpPr>
        <p:spPr bwMode="auto">
          <a:xfrm>
            <a:off x="1524001" y="1295400"/>
            <a:ext cx="1139737"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Opcode</a:t>
            </a:r>
          </a:p>
        </p:txBody>
      </p:sp>
      <p:sp>
        <p:nvSpPr>
          <p:cNvPr id="26633" name="Rectangle 11"/>
          <p:cNvSpPr>
            <a:spLocks noChangeArrowheads="1"/>
          </p:cNvSpPr>
          <p:nvPr/>
        </p:nvSpPr>
        <p:spPr bwMode="auto">
          <a:xfrm>
            <a:off x="3810001" y="762000"/>
            <a:ext cx="151483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Instruction</a:t>
            </a:r>
          </a:p>
        </p:txBody>
      </p:sp>
      <p:sp>
        <p:nvSpPr>
          <p:cNvPr id="26634" name="Rectangle 12"/>
          <p:cNvSpPr>
            <a:spLocks noChangeArrowheads="1"/>
          </p:cNvSpPr>
          <p:nvPr/>
        </p:nvSpPr>
        <p:spPr bwMode="auto">
          <a:xfrm>
            <a:off x="8763001" y="1143001"/>
            <a:ext cx="15970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6635" name="Rectangle 13"/>
          <p:cNvSpPr>
            <a:spLocks noChangeArrowheads="1"/>
          </p:cNvSpPr>
          <p:nvPr/>
        </p:nvSpPr>
        <p:spPr bwMode="auto">
          <a:xfrm>
            <a:off x="8763001" y="1828801"/>
            <a:ext cx="15970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6636" name="Rectangle 14"/>
          <p:cNvSpPr>
            <a:spLocks noChangeArrowheads="1"/>
          </p:cNvSpPr>
          <p:nvPr/>
        </p:nvSpPr>
        <p:spPr bwMode="auto">
          <a:xfrm>
            <a:off x="8763001" y="2514601"/>
            <a:ext cx="15970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6637" name="Rectangle 15"/>
          <p:cNvSpPr>
            <a:spLocks noChangeArrowheads="1"/>
          </p:cNvSpPr>
          <p:nvPr/>
        </p:nvSpPr>
        <p:spPr bwMode="auto">
          <a:xfrm>
            <a:off x="8763001" y="3200401"/>
            <a:ext cx="15970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6638" name="Rectangle 17"/>
          <p:cNvSpPr>
            <a:spLocks noChangeArrowheads="1"/>
          </p:cNvSpPr>
          <p:nvPr/>
        </p:nvSpPr>
        <p:spPr bwMode="auto">
          <a:xfrm>
            <a:off x="8991601" y="762000"/>
            <a:ext cx="124232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Memory</a:t>
            </a:r>
          </a:p>
        </p:txBody>
      </p:sp>
      <p:sp>
        <p:nvSpPr>
          <p:cNvPr id="26639" name="Rectangle 18"/>
          <p:cNvSpPr>
            <a:spLocks noChangeArrowheads="1"/>
          </p:cNvSpPr>
          <p:nvPr/>
        </p:nvSpPr>
        <p:spPr bwMode="auto">
          <a:xfrm>
            <a:off x="8929689" y="2667000"/>
            <a:ext cx="124232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Operand</a:t>
            </a:r>
          </a:p>
        </p:txBody>
      </p:sp>
      <p:sp>
        <p:nvSpPr>
          <p:cNvPr id="26640" name="Rectangle 26"/>
          <p:cNvSpPr>
            <a:spLocks noChangeArrowheads="1"/>
          </p:cNvSpPr>
          <p:nvPr/>
        </p:nvSpPr>
        <p:spPr bwMode="auto">
          <a:xfrm>
            <a:off x="6858001" y="685800"/>
            <a:ext cx="1327287"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Registers</a:t>
            </a:r>
          </a:p>
        </p:txBody>
      </p:sp>
      <p:sp>
        <p:nvSpPr>
          <p:cNvPr id="53264" name="Freeform 27"/>
          <p:cNvSpPr>
            <a:spLocks/>
          </p:cNvSpPr>
          <p:nvPr/>
        </p:nvSpPr>
        <p:spPr bwMode="auto">
          <a:xfrm>
            <a:off x="4267200" y="1828800"/>
            <a:ext cx="2362200" cy="381000"/>
          </a:xfrm>
          <a:custGeom>
            <a:avLst/>
            <a:gdLst>
              <a:gd name="T0" fmla="*/ 0 w 481"/>
              <a:gd name="T1" fmla="*/ 0 h 889"/>
              <a:gd name="T2" fmla="*/ 0 w 481"/>
              <a:gd name="T3" fmla="*/ 2147483647 h 889"/>
              <a:gd name="T4" fmla="*/ 2147483647 w 481"/>
              <a:gd name="T5" fmla="*/ 2147483647 h 889"/>
              <a:gd name="T6" fmla="*/ 0 60000 65536"/>
              <a:gd name="T7" fmla="*/ 0 60000 65536"/>
              <a:gd name="T8" fmla="*/ 0 60000 65536"/>
            </a:gdLst>
            <a:ahLst/>
            <a:cxnLst>
              <a:cxn ang="T6">
                <a:pos x="T0" y="T1"/>
              </a:cxn>
              <a:cxn ang="T7">
                <a:pos x="T2" y="T3"/>
              </a:cxn>
              <a:cxn ang="T8">
                <a:pos x="T4" y="T5"/>
              </a:cxn>
            </a:cxnLst>
            <a:rect l="0" t="0" r="r" b="b"/>
            <a:pathLst>
              <a:path w="481" h="889">
                <a:moveTo>
                  <a:pt x="0" y="0"/>
                </a:moveTo>
                <a:lnTo>
                  <a:pt x="0" y="888"/>
                </a:lnTo>
                <a:lnTo>
                  <a:pt x="480" y="888"/>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a typeface="ＭＳ Ｐゴシック" panose="020B0600070205080204" pitchFamily="34" charset="-128"/>
            </a:endParaRPr>
          </a:p>
        </p:txBody>
      </p:sp>
      <p:sp>
        <p:nvSpPr>
          <p:cNvPr id="26642" name="Line 28"/>
          <p:cNvSpPr>
            <a:spLocks noChangeShapeType="1"/>
          </p:cNvSpPr>
          <p:nvPr/>
        </p:nvSpPr>
        <p:spPr bwMode="auto">
          <a:xfrm>
            <a:off x="8458200" y="28956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000" tIns="46800" rIns="90000" bIns="46800" anchor="ct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sp>
        <p:nvSpPr>
          <p:cNvPr id="26643" name="Rectangle 29"/>
          <p:cNvSpPr>
            <a:spLocks noChangeArrowheads="1"/>
          </p:cNvSpPr>
          <p:nvPr/>
        </p:nvSpPr>
        <p:spPr bwMode="auto">
          <a:xfrm>
            <a:off x="6629401" y="1143001"/>
            <a:ext cx="15970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6644" name="Rectangle 30"/>
          <p:cNvSpPr>
            <a:spLocks noChangeArrowheads="1"/>
          </p:cNvSpPr>
          <p:nvPr/>
        </p:nvSpPr>
        <p:spPr bwMode="auto">
          <a:xfrm>
            <a:off x="6629401" y="1828801"/>
            <a:ext cx="15970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6645" name="Rectangle 31"/>
          <p:cNvSpPr>
            <a:spLocks noChangeArrowheads="1"/>
          </p:cNvSpPr>
          <p:nvPr/>
        </p:nvSpPr>
        <p:spPr bwMode="auto">
          <a:xfrm>
            <a:off x="6629401" y="2514601"/>
            <a:ext cx="15970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6646" name="Rectangle 32"/>
          <p:cNvSpPr>
            <a:spLocks noChangeArrowheads="1"/>
          </p:cNvSpPr>
          <p:nvPr/>
        </p:nvSpPr>
        <p:spPr bwMode="auto">
          <a:xfrm>
            <a:off x="6629401" y="3200401"/>
            <a:ext cx="15970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6647" name="Rectangle 33"/>
          <p:cNvSpPr>
            <a:spLocks noChangeArrowheads="1"/>
          </p:cNvSpPr>
          <p:nvPr/>
        </p:nvSpPr>
        <p:spPr bwMode="auto">
          <a:xfrm>
            <a:off x="6705600" y="1828800"/>
            <a:ext cx="1524000" cy="577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88" tIns="44450" rIns="90488" bIns="44450">
            <a:spAutoFit/>
          </a:bodyPr>
          <a:lstStyle/>
          <a:p>
            <a:pPr algn="ctr" eaLnBrk="0" fontAlgn="base" hangingPunct="0">
              <a:spcBef>
                <a:spcPct val="0"/>
              </a:spcBef>
              <a:spcAft>
                <a:spcPct val="0"/>
              </a:spcAft>
              <a:defRPr/>
            </a:pPr>
            <a:r>
              <a:rPr lang="en-US" sz="1600">
                <a:solidFill>
                  <a:srgbClr val="000000"/>
                </a:solidFill>
                <a:latin typeface="Times New Roman" charset="0"/>
                <a:ea typeface="ＭＳ Ｐゴシック" charset="0"/>
              </a:rPr>
              <a:t>Pointer to</a:t>
            </a:r>
          </a:p>
          <a:p>
            <a:pPr algn="ctr" eaLnBrk="0" fontAlgn="base" hangingPunct="0">
              <a:spcBef>
                <a:spcPct val="0"/>
              </a:spcBef>
              <a:spcAft>
                <a:spcPct val="0"/>
              </a:spcAft>
              <a:defRPr/>
            </a:pPr>
            <a:r>
              <a:rPr lang="en-US" sz="1600">
                <a:solidFill>
                  <a:srgbClr val="000000"/>
                </a:solidFill>
                <a:latin typeface="Times New Roman" charset="0"/>
                <a:ea typeface="ＭＳ Ｐゴシック" charset="0"/>
              </a:rPr>
              <a:t>operand</a:t>
            </a:r>
          </a:p>
        </p:txBody>
      </p:sp>
      <p:sp>
        <p:nvSpPr>
          <p:cNvPr id="26648" name="Line 34"/>
          <p:cNvSpPr>
            <a:spLocks noChangeShapeType="1"/>
          </p:cNvSpPr>
          <p:nvPr/>
        </p:nvSpPr>
        <p:spPr bwMode="auto">
          <a:xfrm>
            <a:off x="8229600" y="2133600"/>
            <a:ext cx="2286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sp>
        <p:nvSpPr>
          <p:cNvPr id="26649" name="Line 35"/>
          <p:cNvSpPr>
            <a:spLocks noChangeShapeType="1"/>
          </p:cNvSpPr>
          <p:nvPr/>
        </p:nvSpPr>
        <p:spPr bwMode="auto">
          <a:xfrm>
            <a:off x="8458200" y="2133600"/>
            <a:ext cx="0" cy="7620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spTree>
    <p:extLst>
      <p:ext uri="{BB962C8B-B14F-4D97-AF65-F5344CB8AC3E}">
        <p14:creationId xmlns:p14="http://schemas.microsoft.com/office/powerpoint/2010/main" val="21885388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defRPr/>
            </a:pPr>
            <a:r>
              <a:rPr lang="en-US"/>
              <a:t>Immediate mode</a:t>
            </a:r>
          </a:p>
        </p:txBody>
      </p:sp>
      <p:sp>
        <p:nvSpPr>
          <p:cNvPr id="27651" name="Rectangle 3"/>
          <p:cNvSpPr>
            <a:spLocks noGrp="1" noChangeArrowheads="1"/>
          </p:cNvSpPr>
          <p:nvPr>
            <p:ph type="body" idx="1"/>
          </p:nvPr>
        </p:nvSpPr>
        <p:spPr>
          <a:xfrm>
            <a:off x="1524000" y="1828800"/>
            <a:ext cx="9144000" cy="4572000"/>
          </a:xfrm>
        </p:spPr>
        <p:txBody>
          <a:bodyPr/>
          <a:lstStyle/>
          <a:p>
            <a:pPr eaLnBrk="1" hangingPunct="1"/>
            <a:r>
              <a:rPr lang="en-US" altLang="en-US">
                <a:ea typeface="ＭＳ Ｐゴシック" panose="020B0600070205080204" pitchFamily="34" charset="-128"/>
              </a:rPr>
              <a:t>The operand is not specifying an address, it is the actual data to be used</a:t>
            </a:r>
          </a:p>
          <a:p>
            <a:pPr eaLnBrk="1" hangingPunct="1"/>
            <a:r>
              <a:rPr lang="en-US" altLang="en-US">
                <a:ea typeface="ＭＳ Ｐゴシック" panose="020B0600070205080204" pitchFamily="34" charset="-128"/>
              </a:rPr>
              <a:t>LDAC #5 loads actually value 5 into the CPU’s accumulator</a:t>
            </a:r>
          </a:p>
          <a:p>
            <a:pPr eaLnBrk="1" hangingPunct="1"/>
            <a:r>
              <a:rPr lang="en-US" altLang="en-US">
                <a:ea typeface="ＭＳ Ｐゴシック" panose="020B0600070205080204" pitchFamily="34" charset="-128"/>
              </a:rPr>
              <a:t>No memory reference to fetch data</a:t>
            </a:r>
          </a:p>
          <a:p>
            <a:pPr eaLnBrk="1" hangingPunct="1"/>
            <a:r>
              <a:rPr lang="en-US" altLang="en-US">
                <a:ea typeface="ＭＳ Ｐゴシック" panose="020B0600070205080204" pitchFamily="34" charset="-128"/>
              </a:rPr>
              <a:t>Fast, no memory access to bring the operand</a:t>
            </a:r>
          </a:p>
          <a:p>
            <a:pPr eaLnBrk="1" hangingPunct="1"/>
            <a:endParaRPr lang="en-US" altLang="en-US">
              <a:ea typeface="ＭＳ Ｐゴシック" panose="020B0600070205080204" pitchFamily="34" charset="-128"/>
            </a:endParaRPr>
          </a:p>
        </p:txBody>
      </p:sp>
    </p:spTree>
    <p:extLst>
      <p:ext uri="{BB962C8B-B14F-4D97-AF65-F5344CB8AC3E}">
        <p14:creationId xmlns:p14="http://schemas.microsoft.com/office/powerpoint/2010/main" val="3598309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defRPr/>
            </a:pPr>
            <a:r>
              <a:rPr lang="en-US"/>
              <a:t>Implicit addressing mode</a:t>
            </a:r>
          </a:p>
        </p:txBody>
      </p:sp>
      <p:sp>
        <p:nvSpPr>
          <p:cNvPr id="28675" name="Rectangle 3"/>
          <p:cNvSpPr>
            <a:spLocks noGrp="1" noChangeArrowheads="1"/>
          </p:cNvSpPr>
          <p:nvPr>
            <p:ph type="body" idx="1"/>
          </p:nvPr>
        </p:nvSpPr>
        <p:spPr>
          <a:xfrm>
            <a:off x="1524000" y="1066800"/>
            <a:ext cx="9144000" cy="5791200"/>
          </a:xfrm>
        </p:spPr>
        <p:txBody>
          <a:bodyPr/>
          <a:lstStyle/>
          <a:p>
            <a:pPr eaLnBrk="1" hangingPunct="1">
              <a:lnSpc>
                <a:spcPct val="90000"/>
              </a:lnSpc>
            </a:pPr>
            <a:r>
              <a:rPr lang="en-US" altLang="en-US" dirty="0">
                <a:ea typeface="ＭＳ Ｐゴシック" panose="020B0600070205080204" pitchFamily="34" charset="-128"/>
              </a:rPr>
              <a:t>Doesn’t explicitly specify an operand</a:t>
            </a:r>
          </a:p>
          <a:p>
            <a:pPr eaLnBrk="1" hangingPunct="1">
              <a:lnSpc>
                <a:spcPct val="90000"/>
              </a:lnSpc>
            </a:pPr>
            <a:r>
              <a:rPr lang="en-US" altLang="en-US" dirty="0">
                <a:ea typeface="ＭＳ Ｐゴシック" panose="020B0600070205080204" pitchFamily="34" charset="-128"/>
              </a:rPr>
              <a:t>The instruction implicitly specifies the operand because always applies to a specific register</a:t>
            </a:r>
          </a:p>
          <a:p>
            <a:pPr eaLnBrk="1" hangingPunct="1">
              <a:lnSpc>
                <a:spcPct val="90000"/>
              </a:lnSpc>
            </a:pPr>
            <a:r>
              <a:rPr lang="en-US" altLang="en-US" dirty="0">
                <a:ea typeface="ＭＳ Ｐゴシック" panose="020B0600070205080204" pitchFamily="34" charset="-128"/>
              </a:rPr>
              <a:t>This is not used for load instructions</a:t>
            </a:r>
          </a:p>
          <a:p>
            <a:pPr eaLnBrk="1" hangingPunct="1">
              <a:lnSpc>
                <a:spcPct val="90000"/>
              </a:lnSpc>
            </a:pPr>
            <a:r>
              <a:rPr lang="en-US" altLang="en-US" dirty="0">
                <a:ea typeface="ＭＳ Ｐゴシック" panose="020B0600070205080204" pitchFamily="34" charset="-128"/>
              </a:rPr>
              <a:t>As an example, consider an instruction CLAC, that is clearing the content of the accumulator in a processor and it is always referring to the accumulator</a:t>
            </a:r>
          </a:p>
        </p:txBody>
      </p:sp>
    </p:spTree>
    <p:extLst>
      <p:ext uri="{BB962C8B-B14F-4D97-AF65-F5344CB8AC3E}">
        <p14:creationId xmlns:p14="http://schemas.microsoft.com/office/powerpoint/2010/main" val="42692692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defRPr/>
            </a:pPr>
            <a:r>
              <a:rPr lang="en-US"/>
              <a:t>Displacement addressing mode</a:t>
            </a:r>
          </a:p>
        </p:txBody>
      </p:sp>
      <p:sp>
        <p:nvSpPr>
          <p:cNvPr id="29699" name="Rectangle 3"/>
          <p:cNvSpPr>
            <a:spLocks noGrp="1" noChangeArrowheads="1"/>
          </p:cNvSpPr>
          <p:nvPr>
            <p:ph type="body" idx="1"/>
          </p:nvPr>
        </p:nvSpPr>
        <p:spPr>
          <a:xfrm>
            <a:off x="1524000" y="4953000"/>
            <a:ext cx="9144000" cy="1905000"/>
          </a:xfrm>
        </p:spPr>
        <p:txBody>
          <a:bodyPr/>
          <a:lstStyle/>
          <a:p>
            <a:pPr eaLnBrk="1" hangingPunct="1">
              <a:lnSpc>
                <a:spcPct val="90000"/>
              </a:lnSpc>
              <a:defRPr/>
            </a:pPr>
            <a:r>
              <a:rPr lang="en-US" sz="2400"/>
              <a:t>Effective Address  = A + (content of R)</a:t>
            </a:r>
          </a:p>
          <a:p>
            <a:pPr eaLnBrk="1" hangingPunct="1">
              <a:lnSpc>
                <a:spcPct val="90000"/>
              </a:lnSpc>
              <a:defRPr/>
            </a:pPr>
            <a:r>
              <a:rPr lang="en-US" sz="2400"/>
              <a:t>Address field hold two values</a:t>
            </a:r>
          </a:p>
          <a:p>
            <a:pPr lvl="1" eaLnBrk="1" hangingPunct="1">
              <a:lnSpc>
                <a:spcPct val="90000"/>
              </a:lnSpc>
              <a:defRPr/>
            </a:pPr>
            <a:r>
              <a:rPr lang="en-US" sz="2000"/>
              <a:t>A = base value</a:t>
            </a:r>
          </a:p>
          <a:p>
            <a:pPr lvl="1" eaLnBrk="1" hangingPunct="1">
              <a:lnSpc>
                <a:spcPct val="90000"/>
              </a:lnSpc>
              <a:defRPr/>
            </a:pPr>
            <a:r>
              <a:rPr lang="en-US" sz="2000"/>
              <a:t>R = register that holds displacement</a:t>
            </a:r>
          </a:p>
          <a:p>
            <a:pPr lvl="1" eaLnBrk="1" hangingPunct="1">
              <a:lnSpc>
                <a:spcPct val="90000"/>
              </a:lnSpc>
              <a:defRPr/>
            </a:pPr>
            <a:r>
              <a:rPr lang="en-US" sz="2000"/>
              <a:t>or vice versa</a:t>
            </a:r>
          </a:p>
          <a:p>
            <a:pPr eaLnBrk="1" hangingPunct="1">
              <a:lnSpc>
                <a:spcPct val="90000"/>
              </a:lnSpc>
              <a:defRPr/>
            </a:pPr>
            <a:endParaRPr lang="en-US" sz="2400"/>
          </a:p>
        </p:txBody>
      </p:sp>
      <p:grpSp>
        <p:nvGrpSpPr>
          <p:cNvPr id="56323" name="Group 5"/>
          <p:cNvGrpSpPr>
            <a:grpSpLocks/>
          </p:cNvGrpSpPr>
          <p:nvPr/>
        </p:nvGrpSpPr>
        <p:grpSpPr bwMode="auto">
          <a:xfrm>
            <a:off x="1600200" y="1219200"/>
            <a:ext cx="4038600" cy="604838"/>
            <a:chOff x="913" y="1441"/>
            <a:chExt cx="2975" cy="381"/>
          </a:xfrm>
        </p:grpSpPr>
        <p:sp>
          <p:nvSpPr>
            <p:cNvPr id="29727" name="Rectangle 6"/>
            <p:cNvSpPr>
              <a:spLocks noChangeArrowheads="1"/>
            </p:cNvSpPr>
            <p:nvPr/>
          </p:nvSpPr>
          <p:spPr bwMode="auto">
            <a:xfrm>
              <a:off x="913" y="1441"/>
              <a:ext cx="2975" cy="381"/>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9728" name="Line 7"/>
            <p:cNvSpPr>
              <a:spLocks noChangeShapeType="1"/>
            </p:cNvSpPr>
            <p:nvPr/>
          </p:nvSpPr>
          <p:spPr bwMode="auto">
            <a:xfrm>
              <a:off x="1537" y="1446"/>
              <a:ext cx="0" cy="375"/>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grpSp>
      <p:sp>
        <p:nvSpPr>
          <p:cNvPr id="29701" name="Rectangle 8"/>
          <p:cNvSpPr>
            <a:spLocks noChangeArrowheads="1"/>
          </p:cNvSpPr>
          <p:nvPr/>
        </p:nvSpPr>
        <p:spPr bwMode="auto">
          <a:xfrm>
            <a:off x="2514601" y="1295401"/>
            <a:ext cx="1271183" cy="3975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000">
                <a:solidFill>
                  <a:srgbClr val="000000"/>
                </a:solidFill>
                <a:latin typeface="Times New Roman" charset="0"/>
                <a:ea typeface="ＭＳ Ｐゴシック" charset="0"/>
              </a:rPr>
              <a:t>Register R</a:t>
            </a:r>
          </a:p>
        </p:txBody>
      </p:sp>
      <p:sp>
        <p:nvSpPr>
          <p:cNvPr id="29702" name="Rectangle 9"/>
          <p:cNvSpPr>
            <a:spLocks noChangeArrowheads="1"/>
          </p:cNvSpPr>
          <p:nvPr/>
        </p:nvSpPr>
        <p:spPr bwMode="auto">
          <a:xfrm>
            <a:off x="1524001" y="1295401"/>
            <a:ext cx="900889" cy="3667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a:solidFill>
                  <a:srgbClr val="000000"/>
                </a:solidFill>
                <a:latin typeface="Times New Roman" charset="0"/>
                <a:ea typeface="ＭＳ Ｐゴシック" charset="0"/>
              </a:rPr>
              <a:t>Opcode</a:t>
            </a:r>
          </a:p>
        </p:txBody>
      </p:sp>
      <p:sp>
        <p:nvSpPr>
          <p:cNvPr id="29703" name="Rectangle 10"/>
          <p:cNvSpPr>
            <a:spLocks noChangeArrowheads="1"/>
          </p:cNvSpPr>
          <p:nvPr/>
        </p:nvSpPr>
        <p:spPr bwMode="auto">
          <a:xfrm>
            <a:off x="3276601" y="762000"/>
            <a:ext cx="151483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Instruction</a:t>
            </a:r>
          </a:p>
        </p:txBody>
      </p:sp>
      <p:sp>
        <p:nvSpPr>
          <p:cNvPr id="29704" name="Rectangle 11"/>
          <p:cNvSpPr>
            <a:spLocks noChangeArrowheads="1"/>
          </p:cNvSpPr>
          <p:nvPr/>
        </p:nvSpPr>
        <p:spPr bwMode="auto">
          <a:xfrm>
            <a:off x="7848601" y="1447801"/>
            <a:ext cx="1444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9705" name="Rectangle 12"/>
          <p:cNvSpPr>
            <a:spLocks noChangeArrowheads="1"/>
          </p:cNvSpPr>
          <p:nvPr/>
        </p:nvSpPr>
        <p:spPr bwMode="auto">
          <a:xfrm>
            <a:off x="7848601" y="2133601"/>
            <a:ext cx="1444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9706" name="Rectangle 13"/>
          <p:cNvSpPr>
            <a:spLocks noChangeArrowheads="1"/>
          </p:cNvSpPr>
          <p:nvPr/>
        </p:nvSpPr>
        <p:spPr bwMode="auto">
          <a:xfrm>
            <a:off x="7848601" y="2819401"/>
            <a:ext cx="1444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9707" name="Rectangle 14"/>
          <p:cNvSpPr>
            <a:spLocks noChangeArrowheads="1"/>
          </p:cNvSpPr>
          <p:nvPr/>
        </p:nvSpPr>
        <p:spPr bwMode="auto">
          <a:xfrm>
            <a:off x="7848601" y="3505201"/>
            <a:ext cx="1444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9708" name="Rectangle 15"/>
          <p:cNvSpPr>
            <a:spLocks noChangeArrowheads="1"/>
          </p:cNvSpPr>
          <p:nvPr/>
        </p:nvSpPr>
        <p:spPr bwMode="auto">
          <a:xfrm>
            <a:off x="7848601" y="4191001"/>
            <a:ext cx="1444625"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9709" name="Rectangle 16"/>
          <p:cNvSpPr>
            <a:spLocks noChangeArrowheads="1"/>
          </p:cNvSpPr>
          <p:nvPr/>
        </p:nvSpPr>
        <p:spPr bwMode="auto">
          <a:xfrm>
            <a:off x="8001001" y="990600"/>
            <a:ext cx="124232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Memory</a:t>
            </a:r>
          </a:p>
        </p:txBody>
      </p:sp>
      <p:sp>
        <p:nvSpPr>
          <p:cNvPr id="29710" name="Rectangle 17"/>
          <p:cNvSpPr>
            <a:spLocks noChangeArrowheads="1"/>
          </p:cNvSpPr>
          <p:nvPr/>
        </p:nvSpPr>
        <p:spPr bwMode="auto">
          <a:xfrm>
            <a:off x="8001001" y="2971800"/>
            <a:ext cx="1242329"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Operand</a:t>
            </a:r>
          </a:p>
        </p:txBody>
      </p:sp>
      <p:sp>
        <p:nvSpPr>
          <p:cNvPr id="29711" name="Rectangle 18"/>
          <p:cNvSpPr>
            <a:spLocks noChangeArrowheads="1"/>
          </p:cNvSpPr>
          <p:nvPr/>
        </p:nvSpPr>
        <p:spPr bwMode="auto">
          <a:xfrm>
            <a:off x="3962400" y="2133601"/>
            <a:ext cx="1403350"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9712" name="Rectangle 19"/>
          <p:cNvSpPr>
            <a:spLocks noChangeArrowheads="1"/>
          </p:cNvSpPr>
          <p:nvPr/>
        </p:nvSpPr>
        <p:spPr bwMode="auto">
          <a:xfrm>
            <a:off x="3962400" y="2819401"/>
            <a:ext cx="1403350"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9713" name="Rectangle 20"/>
          <p:cNvSpPr>
            <a:spLocks noChangeArrowheads="1"/>
          </p:cNvSpPr>
          <p:nvPr/>
        </p:nvSpPr>
        <p:spPr bwMode="auto">
          <a:xfrm>
            <a:off x="3962400" y="3505201"/>
            <a:ext cx="1403350"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9714" name="Rectangle 21"/>
          <p:cNvSpPr>
            <a:spLocks noChangeArrowheads="1"/>
          </p:cNvSpPr>
          <p:nvPr/>
        </p:nvSpPr>
        <p:spPr bwMode="auto">
          <a:xfrm>
            <a:off x="3962400" y="4191001"/>
            <a:ext cx="1403350" cy="682625"/>
          </a:xfrm>
          <a:prstGeom prst="rect">
            <a:avLst/>
          </a:prstGeom>
          <a:noFill/>
          <a:ln w="127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9715" name="Rectangle 22"/>
          <p:cNvSpPr>
            <a:spLocks noChangeArrowheads="1"/>
          </p:cNvSpPr>
          <p:nvPr/>
        </p:nvSpPr>
        <p:spPr bwMode="auto">
          <a:xfrm>
            <a:off x="4141788" y="2819401"/>
            <a:ext cx="989054" cy="5822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1600">
                <a:solidFill>
                  <a:srgbClr val="000000"/>
                </a:solidFill>
                <a:latin typeface="Times New Roman" charset="0"/>
                <a:ea typeface="ＭＳ Ｐゴシック" charset="0"/>
              </a:rPr>
              <a:t>Pointer to</a:t>
            </a:r>
          </a:p>
          <a:p>
            <a:pPr eaLnBrk="0" fontAlgn="base" hangingPunct="0">
              <a:spcBef>
                <a:spcPct val="0"/>
              </a:spcBef>
              <a:spcAft>
                <a:spcPct val="0"/>
              </a:spcAft>
              <a:defRPr/>
            </a:pPr>
            <a:r>
              <a:rPr lang="en-US" sz="1600">
                <a:solidFill>
                  <a:srgbClr val="000000"/>
                </a:solidFill>
                <a:latin typeface="Times New Roman" charset="0"/>
                <a:ea typeface="ＭＳ Ｐゴシック" charset="0"/>
              </a:rPr>
              <a:t> Operand</a:t>
            </a:r>
          </a:p>
        </p:txBody>
      </p:sp>
      <p:sp>
        <p:nvSpPr>
          <p:cNvPr id="29716" name="Rectangle 25"/>
          <p:cNvSpPr>
            <a:spLocks noChangeArrowheads="1"/>
          </p:cNvSpPr>
          <p:nvPr/>
        </p:nvSpPr>
        <p:spPr bwMode="auto">
          <a:xfrm>
            <a:off x="2590801" y="3733800"/>
            <a:ext cx="1327287" cy="459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400">
                <a:solidFill>
                  <a:srgbClr val="000000"/>
                </a:solidFill>
                <a:latin typeface="Times New Roman" charset="0"/>
                <a:ea typeface="ＭＳ Ｐゴシック" charset="0"/>
              </a:rPr>
              <a:t>Registers</a:t>
            </a:r>
          </a:p>
        </p:txBody>
      </p:sp>
      <p:sp>
        <p:nvSpPr>
          <p:cNvPr id="56340" name="Freeform 26"/>
          <p:cNvSpPr>
            <a:spLocks/>
          </p:cNvSpPr>
          <p:nvPr/>
        </p:nvSpPr>
        <p:spPr bwMode="auto">
          <a:xfrm>
            <a:off x="3200400" y="1828800"/>
            <a:ext cx="763588" cy="1295400"/>
          </a:xfrm>
          <a:custGeom>
            <a:avLst/>
            <a:gdLst>
              <a:gd name="T0" fmla="*/ 0 w 481"/>
              <a:gd name="T1" fmla="*/ 0 h 889"/>
              <a:gd name="T2" fmla="*/ 0 w 481"/>
              <a:gd name="T3" fmla="*/ 2147483647 h 889"/>
              <a:gd name="T4" fmla="*/ 2147483647 w 481"/>
              <a:gd name="T5" fmla="*/ 2147483647 h 889"/>
              <a:gd name="T6" fmla="*/ 0 60000 65536"/>
              <a:gd name="T7" fmla="*/ 0 60000 65536"/>
              <a:gd name="T8" fmla="*/ 0 60000 65536"/>
            </a:gdLst>
            <a:ahLst/>
            <a:cxnLst>
              <a:cxn ang="T6">
                <a:pos x="T0" y="T1"/>
              </a:cxn>
              <a:cxn ang="T7">
                <a:pos x="T2" y="T3"/>
              </a:cxn>
              <a:cxn ang="T8">
                <a:pos x="T4" y="T5"/>
              </a:cxn>
            </a:cxnLst>
            <a:rect l="0" t="0" r="r" b="b"/>
            <a:pathLst>
              <a:path w="481" h="889">
                <a:moveTo>
                  <a:pt x="0" y="0"/>
                </a:moveTo>
                <a:lnTo>
                  <a:pt x="0" y="888"/>
                </a:lnTo>
                <a:lnTo>
                  <a:pt x="480" y="888"/>
                </a:lnTo>
              </a:path>
            </a:pathLst>
          </a:custGeom>
          <a:noFill/>
          <a:ln w="12700" cap="rnd"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2400">
              <a:solidFill>
                <a:srgbClr val="000000"/>
              </a:solidFill>
              <a:latin typeface="Times New Roman" panose="02020603050405020304" pitchFamily="18" charset="0"/>
              <a:ea typeface="ＭＳ Ｐゴシック" panose="020B0600070205080204" pitchFamily="34" charset="-128"/>
            </a:endParaRPr>
          </a:p>
        </p:txBody>
      </p:sp>
      <p:sp>
        <p:nvSpPr>
          <p:cNvPr id="29718" name="Line 27"/>
          <p:cNvSpPr>
            <a:spLocks noChangeShapeType="1"/>
          </p:cNvSpPr>
          <p:nvPr/>
        </p:nvSpPr>
        <p:spPr bwMode="auto">
          <a:xfrm>
            <a:off x="3960813" y="1225551"/>
            <a:ext cx="0" cy="595313"/>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sp>
        <p:nvSpPr>
          <p:cNvPr id="29719" name="Rectangle 28"/>
          <p:cNvSpPr>
            <a:spLocks noChangeArrowheads="1"/>
          </p:cNvSpPr>
          <p:nvPr/>
        </p:nvSpPr>
        <p:spPr bwMode="auto">
          <a:xfrm>
            <a:off x="4022726" y="1260475"/>
            <a:ext cx="1260475" cy="3937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pPr eaLnBrk="0" fontAlgn="base" hangingPunct="0">
              <a:spcBef>
                <a:spcPct val="0"/>
              </a:spcBef>
              <a:spcAft>
                <a:spcPct val="0"/>
              </a:spcAft>
              <a:defRPr/>
            </a:pPr>
            <a:r>
              <a:rPr lang="en-US" sz="2000">
                <a:solidFill>
                  <a:srgbClr val="000000"/>
                </a:solidFill>
                <a:latin typeface="Times New Roman" charset="0"/>
                <a:ea typeface="ＭＳ Ｐゴシック" charset="0"/>
              </a:rPr>
              <a:t>Address A</a:t>
            </a:r>
          </a:p>
        </p:txBody>
      </p:sp>
      <p:sp>
        <p:nvSpPr>
          <p:cNvPr id="29720" name="Oval 29"/>
          <p:cNvSpPr>
            <a:spLocks noChangeArrowheads="1"/>
          </p:cNvSpPr>
          <p:nvPr/>
        </p:nvSpPr>
        <p:spPr bwMode="auto">
          <a:xfrm>
            <a:off x="6477001" y="2895601"/>
            <a:ext cx="530225" cy="454025"/>
          </a:xfrm>
          <a:prstGeom prst="ellipse">
            <a:avLst/>
          </a:prstGeom>
          <a:noFill/>
          <a:ln w="127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IE" sz="2400">
              <a:solidFill>
                <a:srgbClr val="000000"/>
              </a:solidFill>
              <a:latin typeface="Times New Roman" charset="0"/>
              <a:ea typeface="ＭＳ Ｐゴシック" charset="0"/>
            </a:endParaRPr>
          </a:p>
        </p:txBody>
      </p:sp>
      <p:sp>
        <p:nvSpPr>
          <p:cNvPr id="29721" name="Rectangle 30"/>
          <p:cNvSpPr>
            <a:spLocks noChangeArrowheads="1"/>
          </p:cNvSpPr>
          <p:nvPr/>
        </p:nvSpPr>
        <p:spPr bwMode="auto">
          <a:xfrm>
            <a:off x="6553200" y="2819401"/>
            <a:ext cx="412750" cy="58221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0488" tIns="44450" rIns="90488" bIns="44450">
            <a:spAutoFit/>
          </a:bodyPr>
          <a:lstStyle/>
          <a:p>
            <a:pPr eaLnBrk="0" fontAlgn="base" hangingPunct="0">
              <a:spcBef>
                <a:spcPct val="0"/>
              </a:spcBef>
              <a:spcAft>
                <a:spcPct val="0"/>
              </a:spcAft>
              <a:defRPr/>
            </a:pPr>
            <a:r>
              <a:rPr lang="en-US" sz="3200" b="1">
                <a:solidFill>
                  <a:srgbClr val="000000"/>
                </a:solidFill>
                <a:latin typeface="Times New Roman" charset="0"/>
                <a:ea typeface="ＭＳ Ｐゴシック" charset="0"/>
              </a:rPr>
              <a:t>+</a:t>
            </a:r>
          </a:p>
        </p:txBody>
      </p:sp>
      <p:sp>
        <p:nvSpPr>
          <p:cNvPr id="29722" name="Line 34"/>
          <p:cNvSpPr>
            <a:spLocks noChangeShapeType="1"/>
          </p:cNvSpPr>
          <p:nvPr/>
        </p:nvSpPr>
        <p:spPr bwMode="auto">
          <a:xfrm>
            <a:off x="7010400" y="3124200"/>
            <a:ext cx="762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sp>
        <p:nvSpPr>
          <p:cNvPr id="29723" name="Line 35"/>
          <p:cNvSpPr>
            <a:spLocks noChangeShapeType="1"/>
          </p:cNvSpPr>
          <p:nvPr/>
        </p:nvSpPr>
        <p:spPr bwMode="auto">
          <a:xfrm>
            <a:off x="4724400" y="1828800"/>
            <a:ext cx="0" cy="15240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sp>
        <p:nvSpPr>
          <p:cNvPr id="29724" name="Line 36"/>
          <p:cNvSpPr>
            <a:spLocks noChangeShapeType="1"/>
          </p:cNvSpPr>
          <p:nvPr/>
        </p:nvSpPr>
        <p:spPr bwMode="auto">
          <a:xfrm>
            <a:off x="4724400" y="1981200"/>
            <a:ext cx="2057400"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sp>
        <p:nvSpPr>
          <p:cNvPr id="29725" name="Line 38"/>
          <p:cNvSpPr>
            <a:spLocks noChangeShapeType="1"/>
          </p:cNvSpPr>
          <p:nvPr/>
        </p:nvSpPr>
        <p:spPr bwMode="auto">
          <a:xfrm>
            <a:off x="5410200" y="3124200"/>
            <a:ext cx="1066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sp>
        <p:nvSpPr>
          <p:cNvPr id="29726" name="Line 39"/>
          <p:cNvSpPr>
            <a:spLocks noChangeShapeType="1"/>
          </p:cNvSpPr>
          <p:nvPr/>
        </p:nvSpPr>
        <p:spPr bwMode="auto">
          <a:xfrm>
            <a:off x="6781800" y="1981200"/>
            <a:ext cx="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en-US" sz="2400">
              <a:solidFill>
                <a:srgbClr val="000000"/>
              </a:solidFill>
              <a:latin typeface="Times New Roman" charset="0"/>
              <a:ea typeface="ＭＳ Ｐゴシック" charset="0"/>
            </a:endParaRPr>
          </a:p>
        </p:txBody>
      </p:sp>
    </p:spTree>
    <p:extLst>
      <p:ext uri="{BB962C8B-B14F-4D97-AF65-F5344CB8AC3E}">
        <p14:creationId xmlns:p14="http://schemas.microsoft.com/office/powerpoint/2010/main" val="17305784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defRPr/>
            </a:pPr>
            <a:r>
              <a:rPr lang="en-US"/>
              <a:t>Relative addressing mode</a:t>
            </a:r>
          </a:p>
        </p:txBody>
      </p:sp>
      <p:sp>
        <p:nvSpPr>
          <p:cNvPr id="30723" name="Rectangle 3"/>
          <p:cNvSpPr>
            <a:spLocks noGrp="1" noChangeArrowheads="1"/>
          </p:cNvSpPr>
          <p:nvPr>
            <p:ph type="body" idx="1"/>
          </p:nvPr>
        </p:nvSpPr>
        <p:spPr>
          <a:xfrm>
            <a:off x="1524000" y="1066800"/>
            <a:ext cx="9144000" cy="5791200"/>
          </a:xfrm>
        </p:spPr>
        <p:txBody>
          <a:bodyPr/>
          <a:lstStyle/>
          <a:p>
            <a:pPr eaLnBrk="1" hangingPunct="1">
              <a:lnSpc>
                <a:spcPct val="80000"/>
              </a:lnSpc>
            </a:pPr>
            <a:r>
              <a:rPr lang="en-US" altLang="en-US" sz="2800" dirty="0">
                <a:ea typeface="ＭＳ Ｐゴシック" panose="020B0600070205080204" pitchFamily="34" charset="-128"/>
              </a:rPr>
              <a:t>It is a particular case of the displacement addressing, where the register is the program counter; the supplied operand is an offset; Effective Address = A + (PC)</a:t>
            </a:r>
          </a:p>
          <a:p>
            <a:pPr eaLnBrk="1" hangingPunct="1">
              <a:lnSpc>
                <a:spcPct val="80000"/>
              </a:lnSpc>
            </a:pPr>
            <a:r>
              <a:rPr lang="en-US" altLang="en-US" sz="2800" dirty="0">
                <a:ea typeface="ＭＳ Ｐゴシック" panose="020B0600070205080204" pitchFamily="34" charset="-128"/>
              </a:rPr>
              <a:t>The offset is added to the content of the CPU’s </a:t>
            </a:r>
            <a:r>
              <a:rPr lang="en-US" altLang="en-US" sz="2800" b="1" dirty="0">
                <a:ea typeface="ＭＳ Ｐゴシック" panose="020B0600070205080204" pitchFamily="34" charset="-128"/>
              </a:rPr>
              <a:t>program counter</a:t>
            </a:r>
            <a:r>
              <a:rPr lang="en-US" altLang="en-US" sz="2800" dirty="0">
                <a:ea typeface="ＭＳ Ｐゴシック" panose="020B0600070205080204" pitchFamily="34" charset="-128"/>
              </a:rPr>
              <a:t> register to generate the required address</a:t>
            </a:r>
          </a:p>
          <a:p>
            <a:pPr eaLnBrk="1" hangingPunct="1">
              <a:lnSpc>
                <a:spcPct val="80000"/>
              </a:lnSpc>
            </a:pPr>
            <a:r>
              <a:rPr lang="en-US" altLang="en-US" sz="2800" dirty="0">
                <a:ea typeface="ＭＳ Ｐゴシック" panose="020B0600070205080204" pitchFamily="34" charset="-128"/>
              </a:rPr>
              <a:t>The program counter contains the address of next instruction to be executed, so the same relative instruction will produce different addresses at different locations in the program</a:t>
            </a:r>
          </a:p>
          <a:p>
            <a:pPr eaLnBrk="1" hangingPunct="1">
              <a:lnSpc>
                <a:spcPct val="80000"/>
              </a:lnSpc>
            </a:pPr>
            <a:r>
              <a:rPr lang="en-US" altLang="en-US" sz="2800" dirty="0">
                <a:ea typeface="ＭＳ Ｐゴシック" panose="020B0600070205080204" pitchFamily="34" charset="-128"/>
              </a:rPr>
              <a:t>Consider that the relative instruction LDAC $5 is located at memory address 10 and it takes two memory locations; the next instruction is at location 12, so the operand is actually located at (12 +5) 17; the instruction loads the operand at address 17 and stores it in the CPU’s accumulator</a:t>
            </a:r>
          </a:p>
          <a:p>
            <a:pPr eaLnBrk="1" hangingPunct="1">
              <a:lnSpc>
                <a:spcPct val="80000"/>
              </a:lnSpc>
            </a:pPr>
            <a:r>
              <a:rPr lang="en-US" altLang="en-US" sz="2800" dirty="0">
                <a:ea typeface="ＭＳ Ｐゴシック" panose="020B0600070205080204" pitchFamily="34" charset="-128"/>
              </a:rPr>
              <a:t>This mode is useful for short jumps and relocatable code</a:t>
            </a:r>
          </a:p>
          <a:p>
            <a:pPr eaLnBrk="1" hangingPunct="1">
              <a:lnSpc>
                <a:spcPct val="80000"/>
              </a:lnSpc>
            </a:pPr>
            <a:endParaRPr lang="en-US" altLang="en-US" sz="2800" dirty="0">
              <a:ea typeface="ＭＳ Ｐゴシック" panose="020B0600070205080204" pitchFamily="34" charset="-128"/>
            </a:endParaRPr>
          </a:p>
        </p:txBody>
      </p:sp>
    </p:spTree>
    <p:extLst>
      <p:ext uri="{BB962C8B-B14F-4D97-AF65-F5344CB8AC3E}">
        <p14:creationId xmlns:p14="http://schemas.microsoft.com/office/powerpoint/2010/main" val="33219211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defRPr/>
            </a:pPr>
            <a:r>
              <a:rPr lang="en-US"/>
              <a:t>Indexed addressing mode</a:t>
            </a:r>
          </a:p>
        </p:txBody>
      </p:sp>
      <p:sp>
        <p:nvSpPr>
          <p:cNvPr id="31747" name="Rectangle 3"/>
          <p:cNvSpPr>
            <a:spLocks noGrp="1" noChangeArrowheads="1"/>
          </p:cNvSpPr>
          <p:nvPr>
            <p:ph type="body" idx="1"/>
          </p:nvPr>
        </p:nvSpPr>
        <p:spPr/>
        <p:txBody>
          <a:bodyPr/>
          <a:lstStyle/>
          <a:p>
            <a:pPr eaLnBrk="1" hangingPunct="1">
              <a:defRPr/>
            </a:pPr>
            <a:r>
              <a:rPr lang="en-US"/>
              <a:t>Works like relative addressing mode; instead adding the A to the content of program counter (PC), the A is added to the content of an index register</a:t>
            </a:r>
          </a:p>
          <a:p>
            <a:pPr eaLnBrk="1" hangingPunct="1">
              <a:defRPr/>
            </a:pPr>
            <a:r>
              <a:rPr lang="en-US"/>
              <a:t>If the index register contains value 10, then the instruction LDAC 5(X) reads data from memory at location (5+10) 15 and stores it in the accumulator</a:t>
            </a:r>
          </a:p>
          <a:p>
            <a:pPr eaLnBrk="1" hangingPunct="1">
              <a:defRPr/>
            </a:pPr>
            <a:r>
              <a:rPr lang="en-US"/>
              <a:t>Good for accessing arrays</a:t>
            </a:r>
          </a:p>
          <a:p>
            <a:pPr lvl="1" eaLnBrk="1" hangingPunct="1">
              <a:defRPr/>
            </a:pPr>
            <a:r>
              <a:rPr lang="en-US"/>
              <a:t>Effective Address = A + R</a:t>
            </a:r>
          </a:p>
          <a:p>
            <a:pPr lvl="1" eaLnBrk="1" hangingPunct="1">
              <a:defRPr/>
            </a:pPr>
            <a:r>
              <a:rPr lang="en-US"/>
              <a:t>R++</a:t>
            </a:r>
          </a:p>
          <a:p>
            <a:pPr eaLnBrk="1" hangingPunct="1">
              <a:defRPr/>
            </a:pPr>
            <a:endParaRPr lang="en-US"/>
          </a:p>
        </p:txBody>
      </p:sp>
    </p:spTree>
    <p:extLst>
      <p:ext uri="{BB962C8B-B14F-4D97-AF65-F5344CB8AC3E}">
        <p14:creationId xmlns:p14="http://schemas.microsoft.com/office/powerpoint/2010/main" val="19799605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defRPr/>
            </a:pPr>
            <a:r>
              <a:rPr lang="en-US"/>
              <a:t>Based addressing mode</a:t>
            </a:r>
          </a:p>
        </p:txBody>
      </p:sp>
      <p:sp>
        <p:nvSpPr>
          <p:cNvPr id="32771" name="Rectangle 3"/>
          <p:cNvSpPr>
            <a:spLocks noGrp="1" noChangeArrowheads="1"/>
          </p:cNvSpPr>
          <p:nvPr>
            <p:ph type="body" idx="1"/>
          </p:nvPr>
        </p:nvSpPr>
        <p:spPr/>
        <p:txBody>
          <a:bodyPr/>
          <a:lstStyle/>
          <a:p>
            <a:pPr eaLnBrk="1" hangingPunct="1">
              <a:defRPr/>
            </a:pPr>
            <a:r>
              <a:rPr lang="en-US" dirty="0"/>
              <a:t>Works the same with indexed addressing mode, except that the index register is replaced by a base address register</a:t>
            </a:r>
          </a:p>
        </p:txBody>
      </p:sp>
    </p:spTree>
    <p:extLst>
      <p:ext uri="{BB962C8B-B14F-4D97-AF65-F5344CB8AC3E}">
        <p14:creationId xmlns:p14="http://schemas.microsoft.com/office/powerpoint/2010/main" val="34557290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1" descr="t1.bmp"/>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03388" y="765176"/>
            <a:ext cx="8748712" cy="515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23417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p:nvPr>
        </p:nvSpPr>
        <p:spPr/>
        <p:txBody>
          <a:bodyPr/>
          <a:lstStyle/>
          <a:p>
            <a:r>
              <a:rPr lang="en-US" altLang="en-US">
                <a:ea typeface="ＭＳ Ｐゴシック" panose="020B0600070205080204" pitchFamily="34" charset="-128"/>
              </a:rPr>
              <a:t>Assembly Language</a:t>
            </a:r>
          </a:p>
        </p:txBody>
      </p:sp>
      <p:sp>
        <p:nvSpPr>
          <p:cNvPr id="58371" name="Rectangle 3"/>
          <p:cNvSpPr>
            <a:spLocks noGrp="1"/>
          </p:cNvSpPr>
          <p:nvPr>
            <p:ph type="body" idx="1"/>
          </p:nvPr>
        </p:nvSpPr>
        <p:spPr/>
        <p:txBody>
          <a:bodyPr/>
          <a:lstStyle/>
          <a:p>
            <a:r>
              <a:rPr lang="en-US" altLang="en-US">
                <a:solidFill>
                  <a:srgbClr val="0000FF"/>
                </a:solidFill>
                <a:ea typeface="ＭＳ Ｐゴシック" panose="020B0600070205080204" pitchFamily="34" charset="-128"/>
              </a:rPr>
              <a:t>Mnemonics</a:t>
            </a:r>
            <a:r>
              <a:rPr lang="en-US" altLang="en-US">
                <a:ea typeface="ＭＳ Ｐゴシック" panose="020B0600070205080204" pitchFamily="34" charset="-128"/>
              </a:rPr>
              <a:t> (LD/ADD instead of Load/Add) used when programming specific computers</a:t>
            </a:r>
          </a:p>
          <a:p>
            <a:r>
              <a:rPr lang="en-US" altLang="en-US">
                <a:ea typeface="ＭＳ Ｐゴシック" panose="020B0600070205080204" pitchFamily="34" charset="-128"/>
              </a:rPr>
              <a:t>The mnemonics represent the </a:t>
            </a:r>
            <a:r>
              <a:rPr lang="en-US" altLang="en-US">
                <a:solidFill>
                  <a:srgbClr val="0000FF"/>
                </a:solidFill>
                <a:ea typeface="ＭＳ Ｐゴシック" panose="020B0600070205080204" pitchFamily="34" charset="-128"/>
              </a:rPr>
              <a:t>OP codes</a:t>
            </a:r>
          </a:p>
          <a:p>
            <a:r>
              <a:rPr lang="en-US" altLang="en-US">
                <a:solidFill>
                  <a:srgbClr val="0000FF"/>
                </a:solidFill>
                <a:ea typeface="ＭＳ Ｐゴシック" panose="020B0600070205080204" pitchFamily="34" charset="-128"/>
              </a:rPr>
              <a:t>Assembly language </a:t>
            </a:r>
            <a:r>
              <a:rPr lang="en-US" altLang="en-US">
                <a:ea typeface="ＭＳ Ｐゴシック" panose="020B0600070205080204" pitchFamily="34" charset="-128"/>
              </a:rPr>
              <a:t>is the set of mnemonics and rules for using them to write programs</a:t>
            </a:r>
          </a:p>
          <a:p>
            <a:r>
              <a:rPr lang="en-US" altLang="en-US">
                <a:ea typeface="ＭＳ Ｐゴシック" panose="020B0600070205080204" pitchFamily="34" charset="-128"/>
              </a:rPr>
              <a:t>The rules constitute the language </a:t>
            </a:r>
            <a:r>
              <a:rPr lang="en-US" altLang="en-US">
                <a:solidFill>
                  <a:srgbClr val="0000FF"/>
                </a:solidFill>
                <a:ea typeface="ＭＳ Ｐゴシック" panose="020B0600070205080204" pitchFamily="34" charset="-128"/>
              </a:rPr>
              <a:t>syntax</a:t>
            </a:r>
          </a:p>
          <a:p>
            <a:r>
              <a:rPr lang="en-US" altLang="en-US">
                <a:ea typeface="ＭＳ Ｐゴシック" panose="020B0600070205080204" pitchFamily="34" charset="-128"/>
              </a:rPr>
              <a:t>Example: suffix ‘I’ to specify immediate mode</a:t>
            </a:r>
            <a:br>
              <a:rPr lang="en-US" altLang="en-US">
                <a:ea typeface="ＭＳ Ｐゴシック" panose="020B0600070205080204" pitchFamily="34" charset="-128"/>
              </a:rPr>
            </a:br>
            <a:r>
              <a:rPr lang="en-US" altLang="en-US">
                <a:ea typeface="ＭＳ Ｐゴシック" panose="020B0600070205080204" pitchFamily="34" charset="-128"/>
              </a:rPr>
              <a:t>		ADDI   R2, R3, 5    (instead of #5)</a:t>
            </a:r>
          </a:p>
        </p:txBody>
      </p:sp>
    </p:spTree>
    <p:extLst>
      <p:ext uri="{BB962C8B-B14F-4D97-AF65-F5344CB8AC3E}">
        <p14:creationId xmlns:p14="http://schemas.microsoft.com/office/powerpoint/2010/main" val="545847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p:nvPr>
        </p:nvSpPr>
        <p:spPr/>
        <p:txBody>
          <a:bodyPr/>
          <a:lstStyle/>
          <a:p>
            <a:r>
              <a:rPr lang="en-US" altLang="en-US">
                <a:ea typeface="ＭＳ Ｐゴシック" panose="020B0600070205080204" pitchFamily="34" charset="-128"/>
              </a:rPr>
              <a:t>Assembler Directives</a:t>
            </a:r>
          </a:p>
        </p:txBody>
      </p:sp>
      <p:sp>
        <p:nvSpPr>
          <p:cNvPr id="59395" name="Rectangle 3"/>
          <p:cNvSpPr>
            <a:spLocks noGrp="1"/>
          </p:cNvSpPr>
          <p:nvPr>
            <p:ph type="body" idx="1"/>
          </p:nvPr>
        </p:nvSpPr>
        <p:spPr/>
        <p:txBody>
          <a:bodyPr/>
          <a:lstStyle/>
          <a:p>
            <a:r>
              <a:rPr lang="en-US" altLang="en-US">
                <a:ea typeface="ＭＳ Ｐゴシック" panose="020B0600070205080204" pitchFamily="34" charset="-128"/>
              </a:rPr>
              <a:t>Other information also needed to translate source program to object program</a:t>
            </a:r>
          </a:p>
          <a:p>
            <a:r>
              <a:rPr lang="en-US" altLang="en-US">
                <a:ea typeface="ＭＳ Ｐゴシック" panose="020B0600070205080204" pitchFamily="34" charset="-128"/>
              </a:rPr>
              <a:t>How should symbolic names be interpreted?</a:t>
            </a:r>
          </a:p>
          <a:p>
            <a:r>
              <a:rPr lang="en-US" altLang="en-US">
                <a:ea typeface="ＭＳ Ｐゴシック" panose="020B0600070205080204" pitchFamily="34" charset="-128"/>
              </a:rPr>
              <a:t>Where should instructions/data be placed?</a:t>
            </a:r>
          </a:p>
          <a:p>
            <a:r>
              <a:rPr lang="en-US" altLang="en-US">
                <a:solidFill>
                  <a:srgbClr val="0000FF"/>
                </a:solidFill>
                <a:ea typeface="ＭＳ Ｐゴシック" panose="020B0600070205080204" pitchFamily="34" charset="-128"/>
              </a:rPr>
              <a:t>Assembler directives </a:t>
            </a:r>
            <a:r>
              <a:rPr lang="en-US" altLang="en-US">
                <a:ea typeface="ＭＳ Ｐゴシック" panose="020B0600070205080204" pitchFamily="34" charset="-128"/>
              </a:rPr>
              <a:t>provide this information</a:t>
            </a:r>
          </a:p>
          <a:p>
            <a:r>
              <a:rPr lang="en-US" altLang="en-US">
                <a:ea typeface="ＭＳ Ｐゴシック" panose="020B0600070205080204" pitchFamily="34" charset="-128"/>
              </a:rPr>
              <a:t>ORIGIN defines instruction/data start position</a:t>
            </a:r>
          </a:p>
          <a:p>
            <a:r>
              <a:rPr lang="en-US" altLang="en-US">
                <a:ea typeface="ＭＳ Ｐゴシック" panose="020B0600070205080204" pitchFamily="34" charset="-128"/>
              </a:rPr>
              <a:t>RESERVE and DATAWORD define data storage</a:t>
            </a:r>
          </a:p>
          <a:p>
            <a:r>
              <a:rPr lang="en-US" altLang="en-US">
                <a:ea typeface="ＭＳ Ｐゴシック" panose="020B0600070205080204" pitchFamily="34" charset="-128"/>
              </a:rPr>
              <a:t>EQU associates a name with a constant value</a:t>
            </a:r>
          </a:p>
        </p:txBody>
      </p:sp>
    </p:spTree>
    <p:extLst>
      <p:ext uri="{BB962C8B-B14F-4D97-AF65-F5344CB8AC3E}">
        <p14:creationId xmlns:p14="http://schemas.microsoft.com/office/powerpoint/2010/main" val="35216924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1" descr="13a.bmp"/>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40014" y="260351"/>
            <a:ext cx="7019925" cy="465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19" name="Picture 2" descr="13b.bmp"/>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73350" y="5013326"/>
            <a:ext cx="702310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69930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p:txBody>
          <a:bodyPr/>
          <a:lstStyle/>
          <a:p>
            <a:r>
              <a:rPr lang="en-US" altLang="en-US">
                <a:ea typeface="ＭＳ Ｐゴシック" panose="020B0600070205080204" pitchFamily="34" charset="-128"/>
              </a:rPr>
              <a:t>CISC Instruction Sets</a:t>
            </a:r>
          </a:p>
        </p:txBody>
      </p:sp>
      <p:sp>
        <p:nvSpPr>
          <p:cNvPr id="81923" name="Rectangle 3"/>
          <p:cNvSpPr>
            <a:spLocks noGrp="1"/>
          </p:cNvSpPr>
          <p:nvPr>
            <p:ph type="body" idx="1"/>
          </p:nvPr>
        </p:nvSpPr>
        <p:spPr/>
        <p:txBody>
          <a:bodyPr/>
          <a:lstStyle/>
          <a:p>
            <a:r>
              <a:rPr lang="en-US" altLang="en-US">
                <a:ea typeface="ＭＳ Ｐゴシック" panose="020B0600070205080204" pitchFamily="34" charset="-128"/>
              </a:rPr>
              <a:t>Not constrained to load/store architecture</a:t>
            </a:r>
          </a:p>
          <a:p>
            <a:r>
              <a:rPr lang="en-US" altLang="en-US">
                <a:ea typeface="ＭＳ Ｐゴシック" panose="020B0600070205080204" pitchFamily="34" charset="-128"/>
              </a:rPr>
              <a:t>Instructions may be larger than one word</a:t>
            </a:r>
          </a:p>
          <a:p>
            <a:r>
              <a:rPr lang="en-US" altLang="en-US">
                <a:ea typeface="ＭＳ Ｐゴシック" panose="020B0600070205080204" pitchFamily="34" charset="-128"/>
              </a:rPr>
              <a:t>Typically use two-operand instruction format, with at least one operand in a register</a:t>
            </a:r>
          </a:p>
          <a:p>
            <a:r>
              <a:rPr lang="en-US" altLang="en-US">
                <a:ea typeface="ＭＳ Ｐゴシック" panose="020B0600070205080204" pitchFamily="34" charset="-128"/>
              </a:rPr>
              <a:t> Implementation of C </a:t>
            </a:r>
            <a:r>
              <a:rPr lang="en-US" altLang="en-US">
                <a:ea typeface="ＭＳ Ｐゴシック" panose="020B0600070205080204" pitchFamily="34" charset="-128"/>
                <a:sym typeface="Symbol" panose="05050102010706020507" pitchFamily="18" charset="2"/>
              </a:rPr>
              <a:t></a:t>
            </a:r>
            <a:r>
              <a:rPr lang="en-US" altLang="en-US">
                <a:ea typeface="ＭＳ Ｐゴシック" panose="020B0600070205080204" pitchFamily="34" charset="-128"/>
              </a:rPr>
              <a:t> A </a:t>
            </a:r>
            <a:r>
              <a:rPr lang="en-US" altLang="en-US">
                <a:ea typeface="ＭＳ Ｐゴシック" panose="020B0600070205080204" pitchFamily="34" charset="-128"/>
                <a:sym typeface="Symbol" panose="05050102010706020507" pitchFamily="18" charset="2"/>
              </a:rPr>
              <a:t></a:t>
            </a:r>
            <a:r>
              <a:rPr lang="en-US" altLang="en-US">
                <a:ea typeface="ＭＳ Ｐゴシック" panose="020B0600070205080204" pitchFamily="34" charset="-128"/>
              </a:rPr>
              <a:t> B using CISC:</a:t>
            </a:r>
            <a:br>
              <a:rPr lang="en-US" altLang="en-US">
                <a:ea typeface="ＭＳ Ｐゴシック" panose="020B0600070205080204" pitchFamily="34" charset="-128"/>
              </a:rPr>
            </a:br>
            <a:r>
              <a:rPr lang="en-US" altLang="en-US">
                <a:ea typeface="ＭＳ Ｐゴシック" panose="020B0600070205080204" pitchFamily="34" charset="-128"/>
              </a:rPr>
              <a:t>		Move	R</a:t>
            </a:r>
            <a:r>
              <a:rPr lang="en-US" altLang="en-US" i="1">
                <a:ea typeface="ＭＳ Ｐゴシック" panose="020B0600070205080204" pitchFamily="34" charset="-128"/>
              </a:rPr>
              <a:t>i</a:t>
            </a:r>
            <a:r>
              <a:rPr lang="en-US" altLang="en-US">
                <a:ea typeface="ＭＳ Ｐゴシック" panose="020B0600070205080204" pitchFamily="34" charset="-128"/>
              </a:rPr>
              <a:t>, A</a:t>
            </a:r>
            <a:br>
              <a:rPr lang="en-US" altLang="en-US">
                <a:ea typeface="ＭＳ Ｐゴシック" panose="020B0600070205080204" pitchFamily="34" charset="-128"/>
              </a:rPr>
            </a:br>
            <a:r>
              <a:rPr lang="en-US" altLang="en-US">
                <a:ea typeface="ＭＳ Ｐゴシック" panose="020B0600070205080204" pitchFamily="34" charset="-128"/>
              </a:rPr>
              <a:t>		Add		R</a:t>
            </a:r>
            <a:r>
              <a:rPr lang="en-US" altLang="en-US" i="1">
                <a:ea typeface="ＭＳ Ｐゴシック" panose="020B0600070205080204" pitchFamily="34" charset="-128"/>
              </a:rPr>
              <a:t>i</a:t>
            </a:r>
            <a:r>
              <a:rPr lang="en-US" altLang="en-US">
                <a:ea typeface="ＭＳ Ｐゴシック" panose="020B0600070205080204" pitchFamily="34" charset="-128"/>
              </a:rPr>
              <a:t>, B</a:t>
            </a:r>
            <a:br>
              <a:rPr lang="en-US" altLang="en-US">
                <a:ea typeface="ＭＳ Ｐゴシック" panose="020B0600070205080204" pitchFamily="34" charset="-128"/>
              </a:rPr>
            </a:br>
            <a:r>
              <a:rPr lang="en-US" altLang="en-US">
                <a:ea typeface="ＭＳ Ｐゴシック" panose="020B0600070205080204" pitchFamily="34" charset="-128"/>
              </a:rPr>
              <a:t>		Move	C, R</a:t>
            </a:r>
            <a:r>
              <a:rPr lang="en-US" altLang="en-US" i="1">
                <a:ea typeface="ＭＳ Ｐゴシック" panose="020B0600070205080204" pitchFamily="34" charset="-128"/>
              </a:rPr>
              <a:t>i</a:t>
            </a:r>
          </a:p>
        </p:txBody>
      </p:sp>
    </p:spTree>
    <p:extLst>
      <p:ext uri="{BB962C8B-B14F-4D97-AF65-F5344CB8AC3E}">
        <p14:creationId xmlns:p14="http://schemas.microsoft.com/office/powerpoint/2010/main" val="216594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p:cNvSpPr>
          <p:nvPr>
            <p:ph type="title"/>
          </p:nvPr>
        </p:nvSpPr>
        <p:spPr/>
        <p:txBody>
          <a:bodyPr/>
          <a:lstStyle/>
          <a:p>
            <a:r>
              <a:rPr lang="en-US" altLang="en-US">
                <a:ea typeface="ＭＳ Ｐゴシック" panose="020B0600070205080204" pitchFamily="34" charset="-128"/>
              </a:rPr>
              <a:t>CISC Instruction Sets</a:t>
            </a:r>
          </a:p>
        </p:txBody>
      </p:sp>
      <p:sp>
        <p:nvSpPr>
          <p:cNvPr id="82947" name="Rectangle 3"/>
          <p:cNvSpPr>
            <a:spLocks noGrp="1"/>
          </p:cNvSpPr>
          <p:nvPr>
            <p:ph type="body" idx="1"/>
          </p:nvPr>
        </p:nvSpPr>
        <p:spPr/>
        <p:txBody>
          <a:bodyPr/>
          <a:lstStyle/>
          <a:p>
            <a:r>
              <a:rPr lang="en-US" altLang="en-US">
                <a:ea typeface="ＭＳ Ｐゴシック" panose="020B0600070205080204" pitchFamily="34" charset="-128"/>
              </a:rPr>
              <a:t>Move instruction equivalent to Load/Store</a:t>
            </a:r>
          </a:p>
          <a:p>
            <a:r>
              <a:rPr lang="en-US" altLang="en-US">
                <a:ea typeface="ＭＳ Ｐゴシック" panose="020B0600070205080204" pitchFamily="34" charset="-128"/>
              </a:rPr>
              <a:t>But also can transfer immediate values</a:t>
            </a:r>
            <a:br>
              <a:rPr lang="en-US" altLang="en-US">
                <a:ea typeface="ＭＳ Ｐゴシック" panose="020B0600070205080204" pitchFamily="34" charset="-128"/>
              </a:rPr>
            </a:br>
            <a:r>
              <a:rPr lang="en-US" altLang="en-US">
                <a:ea typeface="ＭＳ Ｐゴシック" panose="020B0600070205080204" pitchFamily="34" charset="-128"/>
              </a:rPr>
              <a:t>and possibly between two memory locations</a:t>
            </a:r>
          </a:p>
          <a:p>
            <a:r>
              <a:rPr lang="en-US" altLang="en-US">
                <a:ea typeface="ＭＳ Ｐゴシック" panose="020B0600070205080204" pitchFamily="34" charset="-128"/>
              </a:rPr>
              <a:t>Arithmetic instructions may employ</a:t>
            </a:r>
            <a:br>
              <a:rPr lang="en-US" altLang="en-US">
                <a:ea typeface="ＭＳ Ｐゴシック" panose="020B0600070205080204" pitchFamily="34" charset="-128"/>
              </a:rPr>
            </a:br>
            <a:r>
              <a:rPr lang="en-US" altLang="en-US">
                <a:ea typeface="ＭＳ Ｐゴシック" panose="020B0600070205080204" pitchFamily="34" charset="-128"/>
              </a:rPr>
              <a:t>addressing modes for operands in memory:</a:t>
            </a:r>
            <a:br>
              <a:rPr lang="en-US" altLang="en-US">
                <a:ea typeface="ＭＳ Ｐゴシック" panose="020B0600070205080204" pitchFamily="34" charset="-128"/>
              </a:rPr>
            </a:br>
            <a:r>
              <a:rPr lang="en-US" altLang="en-US">
                <a:ea typeface="ＭＳ Ｐゴシック" panose="020B0600070205080204" pitchFamily="34" charset="-128"/>
              </a:rPr>
              <a:t>		Subtract	LOC, R</a:t>
            </a:r>
            <a:r>
              <a:rPr lang="en-US" altLang="en-US" i="1">
                <a:ea typeface="ＭＳ Ｐゴシック" panose="020B0600070205080204" pitchFamily="34" charset="-128"/>
              </a:rPr>
              <a:t>i</a:t>
            </a:r>
            <a:br>
              <a:rPr lang="en-US" altLang="en-US" i="1">
                <a:ea typeface="ＭＳ Ｐゴシック" panose="020B0600070205080204" pitchFamily="34" charset="-128"/>
              </a:rPr>
            </a:br>
            <a:r>
              <a:rPr lang="en-US" altLang="en-US">
                <a:ea typeface="ＭＳ Ｐゴシック" panose="020B0600070205080204" pitchFamily="34" charset="-128"/>
              </a:rPr>
              <a:t>		Add	   	R</a:t>
            </a:r>
            <a:r>
              <a:rPr lang="en-US" altLang="en-US" i="1">
                <a:ea typeface="ＭＳ Ｐゴシック" panose="020B0600070205080204" pitchFamily="34" charset="-128"/>
              </a:rPr>
              <a:t>j</a:t>
            </a:r>
            <a:r>
              <a:rPr lang="en-US" altLang="en-US">
                <a:ea typeface="ＭＳ Ｐゴシック" panose="020B0600070205080204" pitchFamily="34" charset="-128"/>
              </a:rPr>
              <a:t>, 16(R</a:t>
            </a:r>
            <a:r>
              <a:rPr lang="en-US" altLang="en-US" i="1">
                <a:ea typeface="ＭＳ Ｐゴシック" panose="020B0600070205080204" pitchFamily="34" charset="-128"/>
              </a:rPr>
              <a:t>k</a:t>
            </a:r>
            <a:r>
              <a:rPr lang="en-US" altLang="en-US">
                <a:ea typeface="ＭＳ Ｐゴシック" panose="020B0600070205080204" pitchFamily="34" charset="-128"/>
              </a:rPr>
              <a:t>)</a:t>
            </a:r>
          </a:p>
        </p:txBody>
      </p:sp>
    </p:spTree>
    <p:extLst>
      <p:ext uri="{BB962C8B-B14F-4D97-AF65-F5344CB8AC3E}">
        <p14:creationId xmlns:p14="http://schemas.microsoft.com/office/powerpoint/2010/main" val="19529046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p:cNvSpPr>
          <p:nvPr>
            <p:ph type="title"/>
          </p:nvPr>
        </p:nvSpPr>
        <p:spPr/>
        <p:txBody>
          <a:bodyPr/>
          <a:lstStyle/>
          <a:p>
            <a:r>
              <a:rPr lang="en-US" altLang="en-US">
                <a:ea typeface="ＭＳ Ｐゴシック" panose="020B0600070205080204" pitchFamily="34" charset="-128"/>
              </a:rPr>
              <a:t>Additional Addressing Modes</a:t>
            </a:r>
          </a:p>
        </p:txBody>
      </p:sp>
      <p:sp>
        <p:nvSpPr>
          <p:cNvPr id="83971" name="Rectangle 3"/>
          <p:cNvSpPr>
            <a:spLocks noGrp="1"/>
          </p:cNvSpPr>
          <p:nvPr>
            <p:ph type="body" idx="1"/>
          </p:nvPr>
        </p:nvSpPr>
        <p:spPr/>
        <p:txBody>
          <a:bodyPr/>
          <a:lstStyle/>
          <a:p>
            <a:r>
              <a:rPr lang="en-US" altLang="en-US" dirty="0">
                <a:ea typeface="ＭＳ Ｐゴシック" panose="020B0600070205080204" pitchFamily="34" charset="-128"/>
              </a:rPr>
              <a:t>CISC style has other modes not usual for RISC</a:t>
            </a:r>
          </a:p>
          <a:p>
            <a:r>
              <a:rPr lang="en-US" altLang="en-US" i="1" dirty="0" err="1">
                <a:ea typeface="ＭＳ Ｐゴシック" panose="020B0600070205080204" pitchFamily="34" charset="-128"/>
              </a:rPr>
              <a:t>Autoincrement</a:t>
            </a:r>
            <a:r>
              <a:rPr lang="en-US" altLang="en-US" dirty="0">
                <a:ea typeface="ＭＳ Ｐゴシック" panose="020B0600070205080204" pitchFamily="34" charset="-128"/>
              </a:rPr>
              <a:t> mode: effective address given by register contents; after accessing operand, register contents incremented to point to next</a:t>
            </a:r>
          </a:p>
          <a:p>
            <a:r>
              <a:rPr lang="en-US" altLang="en-US" dirty="0">
                <a:ea typeface="ＭＳ Ｐゴシック" panose="020B0600070205080204" pitchFamily="34" charset="-128"/>
              </a:rPr>
              <a:t>Useful for adjusting pointers in loop body:</a:t>
            </a:r>
            <a:br>
              <a:rPr lang="en-US" altLang="en-US" dirty="0">
                <a:ea typeface="ＭＳ Ｐゴシック" panose="020B0600070205080204" pitchFamily="34" charset="-128"/>
              </a:rPr>
            </a:br>
            <a:r>
              <a:rPr lang="en-US" altLang="en-US" dirty="0">
                <a:ea typeface="ＭＳ Ｐゴシック" panose="020B0600070205080204" pitchFamily="34" charset="-128"/>
              </a:rPr>
              <a:t>		Add	  	SUM, (</a:t>
            </a:r>
            <a:r>
              <a:rPr lang="en-US" altLang="en-US" dirty="0" err="1">
                <a:ea typeface="ＭＳ Ｐゴシック" panose="020B0600070205080204" pitchFamily="34" charset="-128"/>
              </a:rPr>
              <a:t>R</a:t>
            </a:r>
            <a:r>
              <a:rPr lang="en-US" altLang="en-US" i="1" dirty="0" err="1">
                <a:ea typeface="ＭＳ Ｐゴシック" panose="020B0600070205080204" pitchFamily="34" charset="-128"/>
              </a:rPr>
              <a:t>i</a:t>
            </a:r>
            <a:r>
              <a:rPr lang="en-US" altLang="en-US" dirty="0">
                <a:ea typeface="ＭＳ Ｐゴシック" panose="020B0600070205080204" pitchFamily="34" charset="-128"/>
              </a:rPr>
              <a:t>)</a:t>
            </a:r>
            <a:r>
              <a:rPr lang="en-US" altLang="en-US" dirty="0">
                <a:ea typeface="ＭＳ Ｐゴシック" panose="020B0600070205080204" pitchFamily="34" charset="-128"/>
                <a:sym typeface="Symbol" panose="05050102010706020507" pitchFamily="18" charset="2"/>
              </a:rPr>
              <a:t></a:t>
            </a:r>
            <a:br>
              <a:rPr lang="en-US" altLang="en-US" dirty="0">
                <a:ea typeface="ＭＳ Ｐゴシック" panose="020B0600070205080204" pitchFamily="34" charset="-128"/>
                <a:sym typeface="Symbol" panose="05050102010706020507" pitchFamily="18" charset="2"/>
              </a:rPr>
            </a:br>
            <a:r>
              <a:rPr lang="en-US" altLang="en-US" dirty="0">
                <a:ea typeface="ＭＳ Ｐゴシック" panose="020B0600070205080204" pitchFamily="34" charset="-128"/>
                <a:sym typeface="Symbol" panose="05050102010706020507" pitchFamily="18" charset="2"/>
              </a:rPr>
              <a:t>		</a:t>
            </a:r>
            <a:r>
              <a:rPr lang="en-US" altLang="en-US" dirty="0" err="1">
                <a:ea typeface="ＭＳ Ｐゴシック" panose="020B0600070205080204" pitchFamily="34" charset="-128"/>
                <a:sym typeface="Symbol" panose="05050102010706020507" pitchFamily="18" charset="2"/>
              </a:rPr>
              <a:t>MoveByte</a:t>
            </a:r>
            <a:r>
              <a:rPr lang="en-US" altLang="en-US" dirty="0">
                <a:ea typeface="ＭＳ Ｐゴシック" panose="020B0600070205080204" pitchFamily="34" charset="-128"/>
                <a:sym typeface="Symbol" panose="05050102010706020507" pitchFamily="18" charset="2"/>
              </a:rPr>
              <a:t>	(</a:t>
            </a:r>
            <a:r>
              <a:rPr lang="en-US" altLang="en-US" dirty="0" err="1">
                <a:ea typeface="ＭＳ Ｐゴシック" panose="020B0600070205080204" pitchFamily="34" charset="-128"/>
                <a:sym typeface="Symbol" panose="05050102010706020507" pitchFamily="18" charset="2"/>
              </a:rPr>
              <a:t>R</a:t>
            </a:r>
            <a:r>
              <a:rPr lang="en-US" altLang="en-US" i="1" dirty="0" err="1">
                <a:ea typeface="ＭＳ Ｐゴシック" panose="020B0600070205080204" pitchFamily="34" charset="-128"/>
                <a:sym typeface="Symbol" panose="05050102010706020507" pitchFamily="18" charset="2"/>
              </a:rPr>
              <a:t>j</a:t>
            </a:r>
            <a:r>
              <a:rPr lang="en-US" altLang="en-US" dirty="0">
                <a:ea typeface="ＭＳ Ｐゴシック" panose="020B0600070205080204" pitchFamily="34" charset="-128"/>
                <a:sym typeface="Symbol" panose="05050102010706020507" pitchFamily="18" charset="2"/>
              </a:rPr>
              <a:t>), </a:t>
            </a:r>
            <a:r>
              <a:rPr lang="en-US" altLang="en-US" dirty="0" err="1">
                <a:ea typeface="ＭＳ Ｐゴシック" panose="020B0600070205080204" pitchFamily="34" charset="-128"/>
                <a:sym typeface="Symbol" panose="05050102010706020507" pitchFamily="18" charset="2"/>
              </a:rPr>
              <a:t>R</a:t>
            </a:r>
            <a:r>
              <a:rPr lang="en-US" altLang="en-US" i="1" dirty="0" err="1">
                <a:ea typeface="ＭＳ Ｐゴシック" panose="020B0600070205080204" pitchFamily="34" charset="-128"/>
                <a:sym typeface="Symbol" panose="05050102010706020507" pitchFamily="18" charset="2"/>
              </a:rPr>
              <a:t>k</a:t>
            </a:r>
            <a:endParaRPr lang="en-US" altLang="en-US" i="1" dirty="0">
              <a:ea typeface="ＭＳ Ｐゴシック" panose="020B0600070205080204" pitchFamily="34" charset="-128"/>
              <a:sym typeface="Symbol" panose="05050102010706020507" pitchFamily="18" charset="2"/>
            </a:endParaRPr>
          </a:p>
        </p:txBody>
      </p:sp>
    </p:spTree>
    <p:extLst>
      <p:ext uri="{BB962C8B-B14F-4D97-AF65-F5344CB8AC3E}">
        <p14:creationId xmlns:p14="http://schemas.microsoft.com/office/powerpoint/2010/main" val="39664922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p:txBody>
          <a:bodyPr/>
          <a:lstStyle/>
          <a:p>
            <a:r>
              <a:rPr lang="en-US" altLang="en-US">
                <a:ea typeface="ＭＳ Ｐゴシック" panose="020B0600070205080204" pitchFamily="34" charset="-128"/>
              </a:rPr>
              <a:t>Additional Addressing Modes</a:t>
            </a:r>
          </a:p>
        </p:txBody>
      </p:sp>
      <p:sp>
        <p:nvSpPr>
          <p:cNvPr id="84995" name="Rectangle 3"/>
          <p:cNvSpPr>
            <a:spLocks noGrp="1"/>
          </p:cNvSpPr>
          <p:nvPr>
            <p:ph type="body" idx="1"/>
          </p:nvPr>
        </p:nvSpPr>
        <p:spPr/>
        <p:txBody>
          <a:bodyPr/>
          <a:lstStyle/>
          <a:p>
            <a:r>
              <a:rPr lang="en-US" altLang="en-US" i="1" dirty="0" err="1">
                <a:ea typeface="ＭＳ Ｐゴシック" panose="020B0600070205080204" pitchFamily="34" charset="-128"/>
              </a:rPr>
              <a:t>Autodecrement</a:t>
            </a:r>
            <a:r>
              <a:rPr lang="en-US" altLang="en-US" dirty="0">
                <a:ea typeface="ＭＳ Ｐゴシック" panose="020B0600070205080204" pitchFamily="34" charset="-128"/>
              </a:rPr>
              <a:t> mode: before accessing operand, register contents are decremented, then new contents provide effective address</a:t>
            </a:r>
          </a:p>
          <a:p>
            <a:r>
              <a:rPr lang="en-US" altLang="en-US" dirty="0">
                <a:ea typeface="ＭＳ Ｐゴシック" panose="020B0600070205080204" pitchFamily="34" charset="-128"/>
              </a:rPr>
              <a:t>Notation in assembly language:</a:t>
            </a:r>
            <a:br>
              <a:rPr lang="en-US" altLang="en-US" dirty="0">
                <a:ea typeface="ＭＳ Ｐゴシック" panose="020B0600070205080204" pitchFamily="34" charset="-128"/>
              </a:rPr>
            </a:br>
            <a:r>
              <a:rPr lang="en-US" altLang="en-US" dirty="0">
                <a:ea typeface="ＭＳ Ｐゴシック" panose="020B0600070205080204" pitchFamily="34" charset="-128"/>
              </a:rPr>
              <a:t>		Add	    </a:t>
            </a:r>
            <a:r>
              <a:rPr lang="en-US" altLang="en-US" dirty="0" err="1">
                <a:ea typeface="ＭＳ Ｐゴシック" panose="020B0600070205080204" pitchFamily="34" charset="-128"/>
              </a:rPr>
              <a:t>R</a:t>
            </a:r>
            <a:r>
              <a:rPr lang="en-US" altLang="en-US" i="1" dirty="0" err="1">
                <a:ea typeface="ＭＳ Ｐゴシック" panose="020B0600070205080204" pitchFamily="34" charset="-128"/>
              </a:rPr>
              <a:t>j</a:t>
            </a:r>
            <a:r>
              <a:rPr lang="en-US" altLang="en-US" dirty="0">
                <a:ea typeface="ＭＳ Ｐゴシック" panose="020B0600070205080204" pitchFamily="34" charset="-128"/>
              </a:rPr>
              <a:t>, </a:t>
            </a:r>
            <a:r>
              <a:rPr lang="en-US" altLang="en-US" dirty="0">
                <a:ea typeface="ＭＳ Ｐゴシック" panose="020B0600070205080204" pitchFamily="34" charset="-128"/>
                <a:sym typeface="Symbol" panose="05050102010706020507" pitchFamily="18" charset="2"/>
              </a:rPr>
              <a:t></a:t>
            </a:r>
            <a:r>
              <a:rPr lang="en-US" altLang="en-US" dirty="0">
                <a:ea typeface="ＭＳ Ｐゴシック" panose="020B0600070205080204" pitchFamily="34" charset="-128"/>
              </a:rPr>
              <a:t>(</a:t>
            </a:r>
            <a:r>
              <a:rPr lang="en-US" altLang="en-US" dirty="0" err="1">
                <a:ea typeface="ＭＳ Ｐゴシック" panose="020B0600070205080204" pitchFamily="34" charset="-128"/>
              </a:rPr>
              <a:t>R</a:t>
            </a:r>
            <a:r>
              <a:rPr lang="en-US" altLang="en-US" i="1" dirty="0" err="1">
                <a:ea typeface="ＭＳ Ｐゴシック" panose="020B0600070205080204" pitchFamily="34" charset="-128"/>
              </a:rPr>
              <a:t>i</a:t>
            </a:r>
            <a:r>
              <a:rPr lang="en-US" altLang="en-US" dirty="0">
                <a:ea typeface="ＭＳ Ｐゴシック" panose="020B0600070205080204" pitchFamily="34" charset="-128"/>
              </a:rPr>
              <a:t>)</a:t>
            </a:r>
          </a:p>
        </p:txBody>
      </p:sp>
    </p:spTree>
    <p:extLst>
      <p:ext uri="{BB962C8B-B14F-4D97-AF65-F5344CB8AC3E}">
        <p14:creationId xmlns:p14="http://schemas.microsoft.com/office/powerpoint/2010/main" val="9298350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p:cNvSpPr>
          <p:nvPr>
            <p:ph type="title"/>
          </p:nvPr>
        </p:nvSpPr>
        <p:spPr/>
        <p:txBody>
          <a:bodyPr/>
          <a:lstStyle/>
          <a:p>
            <a:r>
              <a:rPr lang="en-US" altLang="en-US">
                <a:ea typeface="ＭＳ Ｐゴシック" panose="020B0600070205080204" pitchFamily="34" charset="-128"/>
              </a:rPr>
              <a:t>RISC and CISC Styles</a:t>
            </a:r>
          </a:p>
        </p:txBody>
      </p:sp>
      <p:sp>
        <p:nvSpPr>
          <p:cNvPr id="89091" name="Rectangle 3"/>
          <p:cNvSpPr>
            <a:spLocks noGrp="1"/>
          </p:cNvSpPr>
          <p:nvPr>
            <p:ph type="body" idx="1"/>
          </p:nvPr>
        </p:nvSpPr>
        <p:spPr/>
        <p:txBody>
          <a:bodyPr/>
          <a:lstStyle/>
          <a:p>
            <a:r>
              <a:rPr lang="en-US" altLang="en-US">
                <a:ea typeface="ＭＳ Ｐゴシック" panose="020B0600070205080204" pitchFamily="34" charset="-128"/>
              </a:rPr>
              <a:t>RISC characteristics include:</a:t>
            </a:r>
            <a:br>
              <a:rPr lang="en-US" altLang="en-US">
                <a:ea typeface="ＭＳ Ｐゴシック" panose="020B0600070205080204" pitchFamily="34" charset="-128"/>
              </a:rPr>
            </a:br>
            <a:r>
              <a:rPr lang="en-US" altLang="en-US">
                <a:ea typeface="ＭＳ Ｐゴシック" panose="020B0600070205080204" pitchFamily="34" charset="-128"/>
              </a:rPr>
              <a:t>	simple addressing modes</a:t>
            </a:r>
            <a:br>
              <a:rPr lang="en-US" altLang="en-US">
                <a:ea typeface="ＭＳ Ｐゴシック" panose="020B0600070205080204" pitchFamily="34" charset="-128"/>
              </a:rPr>
            </a:br>
            <a:r>
              <a:rPr lang="en-US" altLang="en-US">
                <a:ea typeface="ＭＳ Ｐゴシック" panose="020B0600070205080204" pitchFamily="34" charset="-128"/>
              </a:rPr>
              <a:t>	all instructions fitting in a single word</a:t>
            </a:r>
            <a:br>
              <a:rPr lang="en-US" altLang="en-US">
                <a:ea typeface="ＭＳ Ｐゴシック" panose="020B0600070205080204" pitchFamily="34" charset="-128"/>
              </a:rPr>
            </a:br>
            <a:r>
              <a:rPr lang="en-US" altLang="en-US">
                <a:ea typeface="ＭＳ Ｐゴシック" panose="020B0600070205080204" pitchFamily="34" charset="-128"/>
              </a:rPr>
              <a:t>	fewer total instructions</a:t>
            </a:r>
            <a:br>
              <a:rPr lang="en-US" altLang="en-US">
                <a:ea typeface="ＭＳ Ｐゴシック" panose="020B0600070205080204" pitchFamily="34" charset="-128"/>
              </a:rPr>
            </a:br>
            <a:r>
              <a:rPr lang="en-US" altLang="en-US">
                <a:ea typeface="ＭＳ Ｐゴシック" panose="020B0600070205080204" pitchFamily="34" charset="-128"/>
              </a:rPr>
              <a:t>	arithmetic/logic operations on registers</a:t>
            </a:r>
            <a:br>
              <a:rPr lang="en-US" altLang="en-US">
                <a:ea typeface="ＭＳ Ｐゴシック" panose="020B0600070205080204" pitchFamily="34" charset="-128"/>
              </a:rPr>
            </a:br>
            <a:r>
              <a:rPr lang="en-US" altLang="en-US">
                <a:ea typeface="ＭＳ Ｐゴシック" panose="020B0600070205080204" pitchFamily="34" charset="-128"/>
              </a:rPr>
              <a:t>	load/store architecture for data transfers</a:t>
            </a:r>
            <a:br>
              <a:rPr lang="en-US" altLang="en-US">
                <a:ea typeface="ＭＳ Ｐゴシック" panose="020B0600070205080204" pitchFamily="34" charset="-128"/>
              </a:rPr>
            </a:br>
            <a:r>
              <a:rPr lang="en-US" altLang="en-US">
                <a:ea typeface="ＭＳ Ｐゴシック" panose="020B0600070205080204" pitchFamily="34" charset="-128"/>
              </a:rPr>
              <a:t>	more instructions executed per program</a:t>
            </a:r>
          </a:p>
          <a:p>
            <a:r>
              <a:rPr lang="en-US" altLang="en-US">
                <a:ea typeface="ＭＳ Ｐゴシック" panose="020B0600070205080204" pitchFamily="34" charset="-128"/>
              </a:rPr>
              <a:t>Simpler instructions make it easier to</a:t>
            </a:r>
            <a:br>
              <a:rPr lang="en-US" altLang="en-US">
                <a:ea typeface="ＭＳ Ｐゴシック" panose="020B0600070205080204" pitchFamily="34" charset="-128"/>
              </a:rPr>
            </a:br>
            <a:r>
              <a:rPr lang="en-US" altLang="en-US">
                <a:ea typeface="ＭＳ Ｐゴシック" panose="020B0600070205080204" pitchFamily="34" charset="-128"/>
              </a:rPr>
              <a:t>design faster hardware (e.g., use of pipelining)</a:t>
            </a:r>
          </a:p>
        </p:txBody>
      </p:sp>
    </p:spTree>
    <p:extLst>
      <p:ext uri="{BB962C8B-B14F-4D97-AF65-F5344CB8AC3E}">
        <p14:creationId xmlns:p14="http://schemas.microsoft.com/office/powerpoint/2010/main" val="16228107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p:cNvSpPr>
          <p:nvPr>
            <p:ph type="title"/>
          </p:nvPr>
        </p:nvSpPr>
        <p:spPr/>
        <p:txBody>
          <a:bodyPr/>
          <a:lstStyle/>
          <a:p>
            <a:r>
              <a:rPr lang="en-US" altLang="en-US">
                <a:ea typeface="ＭＳ Ｐゴシック" panose="020B0600070205080204" pitchFamily="34" charset="-128"/>
              </a:rPr>
              <a:t>RISC and CISC Styles</a:t>
            </a:r>
          </a:p>
        </p:txBody>
      </p:sp>
      <p:sp>
        <p:nvSpPr>
          <p:cNvPr id="90115" name="Rectangle 3"/>
          <p:cNvSpPr>
            <a:spLocks noGrp="1"/>
          </p:cNvSpPr>
          <p:nvPr>
            <p:ph type="body" idx="1"/>
          </p:nvPr>
        </p:nvSpPr>
        <p:spPr/>
        <p:txBody>
          <a:bodyPr/>
          <a:lstStyle/>
          <a:p>
            <a:r>
              <a:rPr lang="en-US" altLang="en-US">
                <a:ea typeface="ＭＳ Ｐゴシック" panose="020B0600070205080204" pitchFamily="34" charset="-128"/>
              </a:rPr>
              <a:t>CISC characteristics include:</a:t>
            </a:r>
            <a:br>
              <a:rPr lang="en-US" altLang="en-US">
                <a:ea typeface="ＭＳ Ｐゴシック" panose="020B0600070205080204" pitchFamily="34" charset="-128"/>
              </a:rPr>
            </a:br>
            <a:r>
              <a:rPr lang="en-US" altLang="en-US">
                <a:ea typeface="ＭＳ Ｐゴシック" panose="020B0600070205080204" pitchFamily="34" charset="-128"/>
              </a:rPr>
              <a:t>	more complex addressing modes</a:t>
            </a:r>
            <a:br>
              <a:rPr lang="en-US" altLang="en-US">
                <a:ea typeface="ＭＳ Ｐゴシック" panose="020B0600070205080204" pitchFamily="34" charset="-128"/>
              </a:rPr>
            </a:br>
            <a:r>
              <a:rPr lang="en-US" altLang="en-US">
                <a:ea typeface="ＭＳ Ｐゴシック" panose="020B0600070205080204" pitchFamily="34" charset="-128"/>
              </a:rPr>
              <a:t>	instructions spanning more than one word </a:t>
            </a:r>
            <a:br>
              <a:rPr lang="en-US" altLang="en-US">
                <a:ea typeface="ＭＳ Ｐゴシック" panose="020B0600070205080204" pitchFamily="34" charset="-128"/>
              </a:rPr>
            </a:br>
            <a:r>
              <a:rPr lang="en-US" altLang="en-US">
                <a:ea typeface="ＭＳ Ｐゴシック" panose="020B0600070205080204" pitchFamily="34" charset="-128"/>
              </a:rPr>
              <a:t>	more instructions for complex tasks</a:t>
            </a:r>
            <a:br>
              <a:rPr lang="en-US" altLang="en-US">
                <a:ea typeface="ＭＳ Ｐゴシック" panose="020B0600070205080204" pitchFamily="34" charset="-128"/>
              </a:rPr>
            </a:br>
            <a:r>
              <a:rPr lang="en-US" altLang="en-US">
                <a:ea typeface="ＭＳ Ｐゴシック" panose="020B0600070205080204" pitchFamily="34" charset="-128"/>
              </a:rPr>
              <a:t>	arithmetic/logic operations on memory</a:t>
            </a:r>
            <a:br>
              <a:rPr lang="en-US" altLang="en-US">
                <a:ea typeface="ＭＳ Ｐゴシック" panose="020B0600070205080204" pitchFamily="34" charset="-128"/>
              </a:rPr>
            </a:br>
            <a:r>
              <a:rPr lang="en-US" altLang="en-US">
                <a:ea typeface="ＭＳ Ｐゴシック" panose="020B0600070205080204" pitchFamily="34" charset="-128"/>
              </a:rPr>
              <a:t>	memory-to-memory data transfers</a:t>
            </a:r>
            <a:br>
              <a:rPr lang="en-US" altLang="en-US">
                <a:ea typeface="ＭＳ Ｐゴシック" panose="020B0600070205080204" pitchFamily="34" charset="-128"/>
              </a:rPr>
            </a:br>
            <a:r>
              <a:rPr lang="en-US" altLang="en-US">
                <a:ea typeface="ＭＳ Ｐゴシック" panose="020B0600070205080204" pitchFamily="34" charset="-128"/>
              </a:rPr>
              <a:t>	fewer instructions executed per program</a:t>
            </a:r>
          </a:p>
          <a:p>
            <a:r>
              <a:rPr lang="en-US" altLang="en-US">
                <a:ea typeface="ＭＳ Ｐゴシック" panose="020B0600070205080204" pitchFamily="34" charset="-128"/>
              </a:rPr>
              <a:t>Complexity makes it somewhat more difficult to design fast hardware, but still possible</a:t>
            </a:r>
          </a:p>
        </p:txBody>
      </p:sp>
    </p:spTree>
    <p:extLst>
      <p:ext uri="{BB962C8B-B14F-4D97-AF65-F5344CB8AC3E}">
        <p14:creationId xmlns:p14="http://schemas.microsoft.com/office/powerpoint/2010/main" val="2056031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60218" y="1195956"/>
            <a:ext cx="3435927" cy="4419600"/>
          </a:xfrm>
          <a:prstGeom prst="rect">
            <a:avLst/>
          </a:prstGeom>
        </p:spPr>
      </p:pic>
      <p:sp>
        <p:nvSpPr>
          <p:cNvPr id="3" name="TextBox 2"/>
          <p:cNvSpPr txBox="1"/>
          <p:nvPr/>
        </p:nvSpPr>
        <p:spPr>
          <a:xfrm>
            <a:off x="3325091" y="734291"/>
            <a:ext cx="5500254"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Sequential execution</a:t>
            </a:r>
          </a:p>
        </p:txBody>
      </p:sp>
      <p:pic>
        <p:nvPicPr>
          <p:cNvPr id="4" name="Picture 3"/>
          <p:cNvPicPr>
            <a:picLocks noChangeAspect="1"/>
          </p:cNvPicPr>
          <p:nvPr/>
        </p:nvPicPr>
        <p:blipFill>
          <a:blip r:embed="rId3"/>
          <a:stretch>
            <a:fillRect/>
          </a:stretch>
        </p:blipFill>
        <p:spPr>
          <a:xfrm>
            <a:off x="4566981" y="2092036"/>
            <a:ext cx="6724473" cy="3390107"/>
          </a:xfrm>
          <a:prstGeom prst="rect">
            <a:avLst/>
          </a:prstGeom>
        </p:spPr>
      </p:pic>
    </p:spTree>
    <p:extLst>
      <p:ext uri="{BB962C8B-B14F-4D97-AF65-F5344CB8AC3E}">
        <p14:creationId xmlns:p14="http://schemas.microsoft.com/office/powerpoint/2010/main" val="38359000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Execution with interrupt</a:t>
            </a:r>
          </a:p>
        </p:txBody>
      </p:sp>
      <p:pic>
        <p:nvPicPr>
          <p:cNvPr id="4" name="Content Placeholder 3"/>
          <p:cNvPicPr>
            <a:picLocks noGrp="1" noChangeAspect="1"/>
          </p:cNvPicPr>
          <p:nvPr>
            <p:ph idx="1"/>
          </p:nvPr>
        </p:nvPicPr>
        <p:blipFill>
          <a:blip r:embed="rId2"/>
          <a:stretch>
            <a:fillRect/>
          </a:stretch>
        </p:blipFill>
        <p:spPr>
          <a:xfrm>
            <a:off x="2084143" y="1582896"/>
            <a:ext cx="7968057" cy="3481473"/>
          </a:xfrm>
          <a:prstGeom prst="rect">
            <a:avLst/>
          </a:prstGeom>
        </p:spPr>
      </p:pic>
    </p:spTree>
    <p:extLst>
      <p:ext uri="{BB962C8B-B14F-4D97-AF65-F5344CB8AC3E}">
        <p14:creationId xmlns:p14="http://schemas.microsoft.com/office/powerpoint/2010/main" val="39634295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744394" y="2007350"/>
            <a:ext cx="9003323" cy="3835336"/>
          </a:xfrm>
          <a:prstGeom prst="rect">
            <a:avLst/>
          </a:prstGeom>
        </p:spPr>
      </p:pic>
    </p:spTree>
    <p:extLst>
      <p:ext uri="{BB962C8B-B14F-4D97-AF65-F5344CB8AC3E}">
        <p14:creationId xmlns:p14="http://schemas.microsoft.com/office/powerpoint/2010/main" val="3718541225"/>
      </p:ext>
    </p:extLst>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1365" name="Shape 271365"/>
        <p:cNvGrpSpPr/>
        <p:nvPr/>
      </p:nvGrpSpPr>
      <p:grpSpPr>
        <a:xfrm>
          <a:off x="0" y="0"/>
          <a:ext cx="0" cy="0"/>
          <a:chOff x="0" y="0"/>
          <a:chExt cx="0" cy="0"/>
        </a:xfrm>
      </p:grpSpPr>
      <p:sp>
        <p:nvSpPr>
          <p:cNvPr id="271366" name="Google Shape;271366;p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71367" name="Google Shape;271367;p1"/>
          <p:cNvPicPr preferRelativeResize="0"/>
          <p:nvPr>
            <p:ph idx="1" type="body"/>
          </p:nvPr>
        </p:nvPicPr>
        <p:blipFill rotWithShape="1">
          <a:blip r:embed="rId2">
            <a:alphaModFix/>
          </a:blip>
          <a:srcRect b="0" l="0" r="0" t="0"/>
          <a:stretch/>
        </p:blipFill>
        <p:spPr>
          <a:xfrm>
            <a:off x="3141757" y="224561"/>
            <a:ext cx="5908500" cy="64089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Instruction Types</a:t>
            </a:r>
          </a:p>
        </p:txBody>
      </p:sp>
      <p:sp>
        <p:nvSpPr>
          <p:cNvPr id="4" name="Slide Number Placeholder 3"/>
          <p:cNvSpPr>
            <a:spLocks noGrp="1"/>
          </p:cNvSpPr>
          <p:nvPr>
            <p:ph type="sldNum" sz="quarter" idx="12"/>
          </p:nvPr>
        </p:nvSpPr>
        <p:spPr/>
        <p:txBody>
          <a:bodyPr/>
          <a:lstStyle/>
          <a:p>
            <a:fld id="{6B8BCA4E-5E11-4CE2-A60C-17E5E7A49B90}" type="slidenum">
              <a:rPr lang="en-GB">
                <a:solidFill>
                  <a:srgbClr val="000000"/>
                </a:solidFill>
                <a:latin typeface="Times New Roman" panose="02020603050405020304" pitchFamily="18" charset="0"/>
                <a:cs typeface="Times New Roman" panose="02020603050405020304" pitchFamily="18" charset="0"/>
              </a:rPr>
              <a:pPr/>
              <a:t>59</a:t>
            </a:fld>
            <a:endParaRPr lang="en-GB" dirty="0">
              <a:solidFill>
                <a:srgbClr val="000000"/>
              </a:solidFill>
              <a:latin typeface="Times New Roman" panose="02020603050405020304" pitchFamily="18" charset="0"/>
              <a:cs typeface="Times New Roman" panose="02020603050405020304" pitchFamily="18" charset="0"/>
            </a:endParaRPr>
          </a:p>
        </p:txBody>
      </p:sp>
      <p:sp>
        <p:nvSpPr>
          <p:cNvPr id="25" name="Rectangle 1027"/>
          <p:cNvSpPr>
            <a:spLocks noChangeArrowheads="1"/>
          </p:cNvSpPr>
          <p:nvPr/>
        </p:nvSpPr>
        <p:spPr bwMode="auto">
          <a:xfrm>
            <a:off x="1586346" y="1891449"/>
            <a:ext cx="1622239" cy="28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fontAlgn="base" hangingPunct="0">
              <a:lnSpc>
                <a:spcPct val="85000"/>
              </a:lnSpc>
              <a:spcBef>
                <a:spcPct val="0"/>
              </a:spcBef>
              <a:spcAft>
                <a:spcPct val="0"/>
              </a:spcAft>
            </a:pPr>
            <a:r>
              <a:rPr lang="en-US" altLang="en-US" dirty="0">
                <a:solidFill>
                  <a:srgbClr val="000000"/>
                </a:solidFill>
                <a:latin typeface="Times New Roman" panose="02020603050405020304" pitchFamily="18" charset="0"/>
                <a:cs typeface="Times New Roman" panose="02020603050405020304" pitchFamily="18" charset="0"/>
              </a:rPr>
              <a:t>Data Movement</a:t>
            </a:r>
          </a:p>
        </p:txBody>
      </p:sp>
      <p:sp>
        <p:nvSpPr>
          <p:cNvPr id="26" name="Rectangle 1028"/>
          <p:cNvSpPr>
            <a:spLocks noChangeArrowheads="1"/>
          </p:cNvSpPr>
          <p:nvPr/>
        </p:nvSpPr>
        <p:spPr bwMode="auto">
          <a:xfrm>
            <a:off x="4388284" y="1889861"/>
            <a:ext cx="2571217" cy="1699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fontAlgn="base" hangingPunct="0">
              <a:lnSpc>
                <a:spcPct val="85000"/>
              </a:lnSpc>
              <a:spcBef>
                <a:spcPct val="0"/>
              </a:spcBef>
              <a:spcAft>
                <a:spcPct val="0"/>
              </a:spcAft>
            </a:pPr>
            <a:r>
              <a:rPr lang="en-US" altLang="en-US" dirty="0">
                <a:solidFill>
                  <a:srgbClr val="000000"/>
                </a:solidFill>
                <a:latin typeface="Times New Roman" panose="02020603050405020304" pitchFamily="18" charset="0"/>
                <a:cs typeface="Times New Roman" panose="02020603050405020304" pitchFamily="18" charset="0"/>
              </a:rPr>
              <a:t>Load (from memory)</a:t>
            </a:r>
          </a:p>
          <a:p>
            <a:pPr eaLnBrk="0" fontAlgn="base" hangingPunct="0">
              <a:lnSpc>
                <a:spcPct val="85000"/>
              </a:lnSpc>
              <a:spcBef>
                <a:spcPct val="0"/>
              </a:spcBef>
              <a:spcAft>
                <a:spcPct val="0"/>
              </a:spcAft>
            </a:pPr>
            <a:r>
              <a:rPr lang="en-US" altLang="en-US" dirty="0">
                <a:solidFill>
                  <a:srgbClr val="000000"/>
                </a:solidFill>
                <a:latin typeface="Times New Roman" panose="02020603050405020304" pitchFamily="18" charset="0"/>
                <a:cs typeface="Times New Roman" panose="02020603050405020304" pitchFamily="18" charset="0"/>
              </a:rPr>
              <a:t>Store (to memory)</a:t>
            </a:r>
          </a:p>
          <a:p>
            <a:pPr eaLnBrk="0" fontAlgn="base" hangingPunct="0">
              <a:lnSpc>
                <a:spcPct val="85000"/>
              </a:lnSpc>
              <a:spcBef>
                <a:spcPct val="0"/>
              </a:spcBef>
              <a:spcAft>
                <a:spcPct val="0"/>
              </a:spcAft>
            </a:pPr>
            <a:r>
              <a:rPr lang="en-US" altLang="en-US" dirty="0">
                <a:solidFill>
                  <a:srgbClr val="000000"/>
                </a:solidFill>
                <a:latin typeface="Times New Roman" panose="02020603050405020304" pitchFamily="18" charset="0"/>
                <a:cs typeface="Times New Roman" panose="02020603050405020304" pitchFamily="18" charset="0"/>
              </a:rPr>
              <a:t>memory-to-memory move</a:t>
            </a:r>
          </a:p>
          <a:p>
            <a:pPr eaLnBrk="0" fontAlgn="base" hangingPunct="0">
              <a:lnSpc>
                <a:spcPct val="85000"/>
              </a:lnSpc>
              <a:spcBef>
                <a:spcPct val="0"/>
              </a:spcBef>
              <a:spcAft>
                <a:spcPct val="0"/>
              </a:spcAft>
            </a:pPr>
            <a:r>
              <a:rPr lang="en-US" altLang="en-US" dirty="0">
                <a:solidFill>
                  <a:srgbClr val="000000"/>
                </a:solidFill>
                <a:latin typeface="Times New Roman" panose="02020603050405020304" pitchFamily="18" charset="0"/>
                <a:cs typeface="Times New Roman" panose="02020603050405020304" pitchFamily="18" charset="0"/>
              </a:rPr>
              <a:t>register-to-register move</a:t>
            </a:r>
          </a:p>
          <a:p>
            <a:pPr eaLnBrk="0" fontAlgn="base" hangingPunct="0">
              <a:lnSpc>
                <a:spcPct val="85000"/>
              </a:lnSpc>
              <a:spcBef>
                <a:spcPct val="0"/>
              </a:spcBef>
              <a:spcAft>
                <a:spcPct val="0"/>
              </a:spcAft>
            </a:pPr>
            <a:r>
              <a:rPr lang="en-US" altLang="en-US" dirty="0">
                <a:solidFill>
                  <a:srgbClr val="000000"/>
                </a:solidFill>
                <a:latin typeface="Times New Roman" panose="02020603050405020304" pitchFamily="18" charset="0"/>
                <a:cs typeface="Times New Roman" panose="02020603050405020304" pitchFamily="18" charset="0"/>
              </a:rPr>
              <a:t>input (from I/O device)</a:t>
            </a:r>
          </a:p>
          <a:p>
            <a:pPr eaLnBrk="0" fontAlgn="base" hangingPunct="0">
              <a:lnSpc>
                <a:spcPct val="85000"/>
              </a:lnSpc>
              <a:spcBef>
                <a:spcPct val="0"/>
              </a:spcBef>
              <a:spcAft>
                <a:spcPct val="0"/>
              </a:spcAft>
            </a:pPr>
            <a:r>
              <a:rPr lang="en-US" altLang="en-US" dirty="0">
                <a:solidFill>
                  <a:srgbClr val="000000"/>
                </a:solidFill>
                <a:latin typeface="Times New Roman" panose="02020603050405020304" pitchFamily="18" charset="0"/>
                <a:cs typeface="Times New Roman" panose="02020603050405020304" pitchFamily="18" charset="0"/>
              </a:rPr>
              <a:t>output (to I/O device)</a:t>
            </a:r>
          </a:p>
          <a:p>
            <a:pPr eaLnBrk="0" fontAlgn="base" hangingPunct="0">
              <a:lnSpc>
                <a:spcPct val="85000"/>
              </a:lnSpc>
              <a:spcBef>
                <a:spcPct val="0"/>
              </a:spcBef>
              <a:spcAft>
                <a:spcPct val="0"/>
              </a:spcAft>
            </a:pPr>
            <a:r>
              <a:rPr lang="en-US" altLang="en-US" dirty="0">
                <a:solidFill>
                  <a:srgbClr val="000000"/>
                </a:solidFill>
                <a:latin typeface="Times New Roman" panose="02020603050405020304" pitchFamily="18" charset="0"/>
                <a:cs typeface="Times New Roman" panose="02020603050405020304" pitchFamily="18" charset="0"/>
              </a:rPr>
              <a:t>push, pop (to/from stack)</a:t>
            </a:r>
          </a:p>
        </p:txBody>
      </p:sp>
      <p:sp>
        <p:nvSpPr>
          <p:cNvPr id="27" name="Rectangle 1029"/>
          <p:cNvSpPr>
            <a:spLocks noChangeArrowheads="1"/>
          </p:cNvSpPr>
          <p:nvPr/>
        </p:nvSpPr>
        <p:spPr bwMode="auto">
          <a:xfrm>
            <a:off x="1662547" y="3796449"/>
            <a:ext cx="1128514" cy="28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fontAlgn="base" hangingPunct="0">
              <a:lnSpc>
                <a:spcPct val="85000"/>
              </a:lnSpc>
              <a:spcBef>
                <a:spcPct val="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Arithmetic</a:t>
            </a:r>
          </a:p>
        </p:txBody>
      </p:sp>
      <p:sp>
        <p:nvSpPr>
          <p:cNvPr id="28" name="Rectangle 1030"/>
          <p:cNvSpPr>
            <a:spLocks noChangeArrowheads="1"/>
          </p:cNvSpPr>
          <p:nvPr/>
        </p:nvSpPr>
        <p:spPr bwMode="auto">
          <a:xfrm>
            <a:off x="4388284" y="3794862"/>
            <a:ext cx="3111429" cy="522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fontAlgn="base" hangingPunct="0">
              <a:lnSpc>
                <a:spcPct val="85000"/>
              </a:lnSpc>
              <a:spcBef>
                <a:spcPct val="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integer (binary + decimal) or FP</a:t>
            </a:r>
          </a:p>
          <a:p>
            <a:pPr eaLnBrk="0" fontAlgn="base" hangingPunct="0">
              <a:lnSpc>
                <a:spcPct val="85000"/>
              </a:lnSpc>
              <a:spcBef>
                <a:spcPct val="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Add, Subtract, Multiply, Divide</a:t>
            </a:r>
          </a:p>
        </p:txBody>
      </p:sp>
      <p:sp>
        <p:nvSpPr>
          <p:cNvPr id="29" name="Rectangle 1031"/>
          <p:cNvSpPr>
            <a:spLocks noChangeArrowheads="1"/>
          </p:cNvSpPr>
          <p:nvPr/>
        </p:nvSpPr>
        <p:spPr bwMode="auto">
          <a:xfrm>
            <a:off x="1664135" y="4863249"/>
            <a:ext cx="85407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fontAlgn="base" hangingPunct="0">
              <a:lnSpc>
                <a:spcPct val="85000"/>
              </a:lnSpc>
              <a:spcBef>
                <a:spcPct val="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Logical</a:t>
            </a:r>
          </a:p>
        </p:txBody>
      </p:sp>
      <p:sp>
        <p:nvSpPr>
          <p:cNvPr id="30" name="Rectangle 1032"/>
          <p:cNvSpPr>
            <a:spLocks noChangeArrowheads="1"/>
          </p:cNvSpPr>
          <p:nvPr/>
        </p:nvSpPr>
        <p:spPr bwMode="auto">
          <a:xfrm>
            <a:off x="4389872" y="4861662"/>
            <a:ext cx="2106731" cy="28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fontAlgn="base" hangingPunct="0">
              <a:lnSpc>
                <a:spcPct val="85000"/>
              </a:lnSpc>
              <a:spcBef>
                <a:spcPct val="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not, and, or, set, clear</a:t>
            </a:r>
          </a:p>
        </p:txBody>
      </p:sp>
      <p:sp>
        <p:nvSpPr>
          <p:cNvPr id="31" name="Rectangle 1033"/>
          <p:cNvSpPr>
            <a:spLocks noChangeArrowheads="1"/>
          </p:cNvSpPr>
          <p:nvPr/>
        </p:nvSpPr>
        <p:spPr bwMode="auto">
          <a:xfrm>
            <a:off x="1664134" y="4482249"/>
            <a:ext cx="577081" cy="28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fontAlgn="base" hangingPunct="0">
              <a:lnSpc>
                <a:spcPct val="85000"/>
              </a:lnSpc>
              <a:spcBef>
                <a:spcPct val="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Shift</a:t>
            </a:r>
          </a:p>
        </p:txBody>
      </p:sp>
      <p:sp>
        <p:nvSpPr>
          <p:cNvPr id="32" name="Rectangle 1034"/>
          <p:cNvSpPr>
            <a:spLocks noChangeArrowheads="1"/>
          </p:cNvSpPr>
          <p:nvPr/>
        </p:nvSpPr>
        <p:spPr bwMode="auto">
          <a:xfrm>
            <a:off x="4389872" y="4480662"/>
            <a:ext cx="2911053" cy="28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fontAlgn="base" hangingPunct="0">
              <a:lnSpc>
                <a:spcPct val="85000"/>
              </a:lnSpc>
              <a:spcBef>
                <a:spcPct val="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shift left/right, rotate left/right</a:t>
            </a:r>
          </a:p>
        </p:txBody>
      </p:sp>
      <p:sp>
        <p:nvSpPr>
          <p:cNvPr id="33" name="Rectangle 1035"/>
          <p:cNvSpPr>
            <a:spLocks noChangeArrowheads="1"/>
          </p:cNvSpPr>
          <p:nvPr/>
        </p:nvSpPr>
        <p:spPr bwMode="auto">
          <a:xfrm>
            <a:off x="1664134" y="5320450"/>
            <a:ext cx="2276264" cy="28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fontAlgn="base" hangingPunct="0">
              <a:lnSpc>
                <a:spcPct val="85000"/>
              </a:lnSpc>
              <a:spcBef>
                <a:spcPct val="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Control (Jump/Branch)</a:t>
            </a:r>
          </a:p>
        </p:txBody>
      </p:sp>
      <p:sp>
        <p:nvSpPr>
          <p:cNvPr id="34" name="Rectangle 1036"/>
          <p:cNvSpPr>
            <a:spLocks noChangeArrowheads="1"/>
          </p:cNvSpPr>
          <p:nvPr/>
        </p:nvSpPr>
        <p:spPr bwMode="auto">
          <a:xfrm>
            <a:off x="4389871" y="5318862"/>
            <a:ext cx="2551981" cy="28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fontAlgn="base" hangingPunct="0">
              <a:lnSpc>
                <a:spcPct val="85000"/>
              </a:lnSpc>
              <a:spcBef>
                <a:spcPct val="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unconditional, conditional</a:t>
            </a:r>
          </a:p>
        </p:txBody>
      </p:sp>
      <p:sp>
        <p:nvSpPr>
          <p:cNvPr id="35" name="Rectangle 1037"/>
          <p:cNvSpPr>
            <a:spLocks noChangeArrowheads="1"/>
          </p:cNvSpPr>
          <p:nvPr/>
        </p:nvSpPr>
        <p:spPr bwMode="auto">
          <a:xfrm>
            <a:off x="1664135" y="5777649"/>
            <a:ext cx="1955664" cy="28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fontAlgn="base" hangingPunct="0">
              <a:lnSpc>
                <a:spcPct val="85000"/>
              </a:lnSpc>
              <a:spcBef>
                <a:spcPct val="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Subroutine Linkage</a:t>
            </a:r>
          </a:p>
        </p:txBody>
      </p:sp>
      <p:sp>
        <p:nvSpPr>
          <p:cNvPr id="36" name="Rectangle 1038"/>
          <p:cNvSpPr>
            <a:spLocks noChangeArrowheads="1"/>
          </p:cNvSpPr>
          <p:nvPr/>
        </p:nvSpPr>
        <p:spPr bwMode="auto">
          <a:xfrm>
            <a:off x="4389871" y="5776062"/>
            <a:ext cx="1128514" cy="28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fontAlgn="base" hangingPunct="0">
              <a:lnSpc>
                <a:spcPct val="85000"/>
              </a:lnSpc>
              <a:spcBef>
                <a:spcPct val="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call, return</a:t>
            </a:r>
          </a:p>
        </p:txBody>
      </p:sp>
      <p:sp>
        <p:nvSpPr>
          <p:cNvPr id="37" name="Rectangle 1039"/>
          <p:cNvSpPr>
            <a:spLocks noChangeArrowheads="1"/>
          </p:cNvSpPr>
          <p:nvPr/>
        </p:nvSpPr>
        <p:spPr bwMode="auto">
          <a:xfrm>
            <a:off x="1664134" y="6158650"/>
            <a:ext cx="936154" cy="28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fontAlgn="base" hangingPunct="0">
              <a:lnSpc>
                <a:spcPct val="85000"/>
              </a:lnSpc>
              <a:spcBef>
                <a:spcPct val="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Interrupt</a:t>
            </a:r>
          </a:p>
        </p:txBody>
      </p:sp>
      <p:sp>
        <p:nvSpPr>
          <p:cNvPr id="38" name="Rectangle 1040"/>
          <p:cNvSpPr>
            <a:spLocks noChangeArrowheads="1"/>
          </p:cNvSpPr>
          <p:nvPr/>
        </p:nvSpPr>
        <p:spPr bwMode="auto">
          <a:xfrm>
            <a:off x="4389872" y="6157062"/>
            <a:ext cx="1154162" cy="286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0" fontAlgn="base" hangingPunct="0">
              <a:lnSpc>
                <a:spcPct val="85000"/>
              </a:lnSpc>
              <a:spcBef>
                <a:spcPct val="0"/>
              </a:spcBef>
              <a:spcAft>
                <a:spcPct val="0"/>
              </a:spcAft>
            </a:pPr>
            <a:r>
              <a:rPr lang="en-US" altLang="en-US">
                <a:solidFill>
                  <a:srgbClr val="000000"/>
                </a:solidFill>
                <a:latin typeface="Times New Roman" panose="02020603050405020304" pitchFamily="18" charset="0"/>
                <a:cs typeface="Times New Roman" panose="02020603050405020304" pitchFamily="18" charset="0"/>
              </a:rPr>
              <a:t>trap, return</a:t>
            </a:r>
          </a:p>
        </p:txBody>
      </p:sp>
    </p:spTree>
    <p:extLst>
      <p:ext uri="{BB962C8B-B14F-4D97-AF65-F5344CB8AC3E}">
        <p14:creationId xmlns:p14="http://schemas.microsoft.com/office/powerpoint/2010/main" val="27673150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1955800" y="6229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30723" name="Rectangle 3"/>
          <p:cNvSpPr>
            <a:spLocks noChangeArrowheads="1"/>
          </p:cNvSpPr>
          <p:nvPr/>
        </p:nvSpPr>
        <p:spPr bwMode="auto">
          <a:xfrm>
            <a:off x="4648200" y="6229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latin typeface="Times New Roman" panose="02020603050405020304" pitchFamily="18" charset="0"/>
            </a:endParaRPr>
          </a:p>
        </p:txBody>
      </p:sp>
      <p:sp>
        <p:nvSpPr>
          <p:cNvPr id="30724" name="Rectangle 4"/>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b" anchorCtr="0" compatLnSpc="1">
            <a:prstTxWarp prst="textNoShape">
              <a:avLst/>
            </a:prstTxWarp>
          </a:bodyPr>
          <a:lstStyle/>
          <a:p>
            <a:r>
              <a:rPr lang="en-US" altLang="en-US" dirty="0"/>
              <a:t>Operand Types</a:t>
            </a:r>
          </a:p>
        </p:txBody>
      </p:sp>
      <p:sp>
        <p:nvSpPr>
          <p:cNvPr id="30725" name="Rectangle 5"/>
          <p:cNvSpPr>
            <a:spLocks noGrp="1" noChangeArrowheads="1"/>
          </p:cNvSpPr>
          <p:nvPr>
            <p:ph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en-US" dirty="0"/>
              <a:t>Addresses</a:t>
            </a:r>
          </a:p>
          <a:p>
            <a:r>
              <a:rPr lang="en-US" altLang="en-US" dirty="0"/>
              <a:t>Numbers</a:t>
            </a:r>
          </a:p>
          <a:p>
            <a:pPr lvl="1"/>
            <a:r>
              <a:rPr lang="en-US" altLang="en-US" dirty="0"/>
              <a:t>Integer/floating point</a:t>
            </a:r>
          </a:p>
          <a:p>
            <a:r>
              <a:rPr lang="en-US" altLang="en-US" dirty="0"/>
              <a:t>Characters</a:t>
            </a:r>
          </a:p>
          <a:p>
            <a:pPr lvl="1"/>
            <a:r>
              <a:rPr lang="en-US" altLang="en-US" dirty="0"/>
              <a:t>ASCII etc.</a:t>
            </a:r>
          </a:p>
          <a:p>
            <a:r>
              <a:rPr lang="en-US" altLang="en-US" dirty="0"/>
              <a:t>Logical Data</a:t>
            </a:r>
          </a:p>
          <a:p>
            <a:pPr lvl="1"/>
            <a:r>
              <a:rPr lang="en-US" altLang="en-US" dirty="0"/>
              <a:t>Bits or flags</a:t>
            </a:r>
          </a:p>
        </p:txBody>
      </p:sp>
    </p:spTree>
    <p:extLst>
      <p:ext uri="{BB962C8B-B14F-4D97-AF65-F5344CB8AC3E}">
        <p14:creationId xmlns:p14="http://schemas.microsoft.com/office/powerpoint/2010/main" val="1009626191"/>
      </p:ext>
    </p:extLst>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a:t>Instruction Length</a:t>
            </a:r>
          </a:p>
        </p:txBody>
      </p:sp>
      <p:sp>
        <p:nvSpPr>
          <p:cNvPr id="12291" name="Content Placeholder 2"/>
          <p:cNvSpPr>
            <a:spLocks noGrp="1"/>
          </p:cNvSpPr>
          <p:nvPr>
            <p:ph idx="1"/>
          </p:nvPr>
        </p:nvSpPr>
        <p:spPr>
          <a:xfrm>
            <a:off x="609600" y="1600201"/>
            <a:ext cx="10972800" cy="5160817"/>
          </a:xfrm>
        </p:spPr>
        <p:txBody>
          <a:bodyPr/>
          <a:lstStyle/>
          <a:p>
            <a:r>
              <a:rPr lang="en-US" altLang="en-US" dirty="0"/>
              <a:t>Fixed Length</a:t>
            </a:r>
          </a:p>
          <a:p>
            <a:pPr lvl="1"/>
            <a:r>
              <a:rPr lang="en-US" altLang="en-US" dirty="0"/>
              <a:t>RISC computers have fixed length instructions</a:t>
            </a:r>
          </a:p>
          <a:p>
            <a:endParaRPr lang="en-US" altLang="en-US" dirty="0"/>
          </a:p>
          <a:p>
            <a:r>
              <a:rPr lang="en-US" altLang="en-US" dirty="0"/>
              <a:t>Variable Length</a:t>
            </a:r>
          </a:p>
          <a:p>
            <a:pPr lvl="1"/>
            <a:r>
              <a:rPr lang="en-US" altLang="en-US" dirty="0"/>
              <a:t>12-bits</a:t>
            </a:r>
          </a:p>
          <a:p>
            <a:pPr lvl="1">
              <a:buFont typeface="Arial" panose="020B0604020202020204" pitchFamily="34" charset="0"/>
              <a:buNone/>
            </a:pPr>
            <a:endParaRPr lang="en-US" altLang="en-US" dirty="0"/>
          </a:p>
          <a:p>
            <a:pPr lvl="1"/>
            <a:r>
              <a:rPr lang="en-US" altLang="en-US" dirty="0"/>
              <a:t>36-bits</a:t>
            </a:r>
          </a:p>
          <a:p>
            <a:pPr marL="285750" indent="-285750"/>
            <a:r>
              <a:rPr lang="en-US" sz="1200" dirty="0"/>
              <a:t>More operands </a:t>
            </a:r>
          </a:p>
          <a:p>
            <a:pPr marL="685800" lvl="1"/>
            <a:r>
              <a:rPr lang="en-US" sz="1200" dirty="0"/>
              <a:t>less instructions </a:t>
            </a:r>
          </a:p>
          <a:p>
            <a:pPr marL="685800" lvl="1"/>
            <a:r>
              <a:rPr lang="en-US" sz="1200" dirty="0"/>
              <a:t>larger words</a:t>
            </a:r>
          </a:p>
          <a:p>
            <a:r>
              <a:rPr lang="en-US" altLang="en-US" sz="1200" dirty="0"/>
              <a:t>Less operands -&gt; </a:t>
            </a:r>
          </a:p>
          <a:p>
            <a:pPr lvl="1"/>
            <a:r>
              <a:rPr lang="en-US" altLang="en-US" sz="1200" dirty="0"/>
              <a:t>shorter decode time</a:t>
            </a:r>
          </a:p>
          <a:p>
            <a:pPr lvl="1"/>
            <a:r>
              <a:rPr lang="en-US" altLang="en-US" sz="1200" dirty="0"/>
              <a:t>Longer programs</a:t>
            </a:r>
          </a:p>
          <a:p>
            <a:pPr marL="285750" indent="-285750"/>
            <a:endParaRPr lang="en-US" dirty="0"/>
          </a:p>
          <a:p>
            <a:pPr lvl="1"/>
            <a:endParaRPr lang="en-US" altLang="en-US" dirty="0"/>
          </a:p>
          <a:p>
            <a:endParaRPr lang="en-US" altLang="en-US" dirty="0"/>
          </a:p>
        </p:txBody>
      </p:sp>
      <p:pic>
        <p:nvPicPr>
          <p:cNvPr id="12292" name="Picture 3" descr="Instruction Length MARIE.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05933" y="1644399"/>
            <a:ext cx="56864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4" descr="Instruction Length 12bit.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62946" y="4128295"/>
            <a:ext cx="38862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5" descr="Instruction Length 36bit.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57687" y="4853494"/>
            <a:ext cx="64770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52283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a:t>Instruction length</a:t>
            </a:r>
          </a:p>
        </p:txBody>
      </p:sp>
      <p:sp>
        <p:nvSpPr>
          <p:cNvPr id="3" name="Content Placeholder 2"/>
          <p:cNvSpPr>
            <a:spLocks noGrp="1"/>
          </p:cNvSpPr>
          <p:nvPr>
            <p:ph idx="1"/>
          </p:nvPr>
        </p:nvSpPr>
        <p:spPr/>
        <p:txBody>
          <a:bodyPr rtlCol="0">
            <a:normAutofit/>
          </a:bodyPr>
          <a:lstStyle/>
          <a:p>
            <a:pPr fontAlgn="auto">
              <a:spcAft>
                <a:spcPts val="0"/>
              </a:spcAft>
              <a:defRPr/>
            </a:pPr>
            <a:r>
              <a:rPr lang="en-US" dirty="0"/>
              <a:t>Fixed Length</a:t>
            </a:r>
          </a:p>
          <a:p>
            <a:pPr lvl="1" fontAlgn="auto">
              <a:spcAft>
                <a:spcPts val="0"/>
              </a:spcAft>
              <a:defRPr/>
            </a:pPr>
            <a:r>
              <a:rPr lang="en-US" dirty="0">
                <a:solidFill>
                  <a:schemeClr val="tx2">
                    <a:lumMod val="60000"/>
                    <a:lumOff val="40000"/>
                  </a:schemeClr>
                </a:solidFill>
              </a:rPr>
              <a:t>Pro</a:t>
            </a:r>
            <a:r>
              <a:rPr lang="en-US" dirty="0"/>
              <a:t>: Decodes faster (Not exactly)</a:t>
            </a:r>
          </a:p>
          <a:p>
            <a:pPr lvl="2" fontAlgn="auto">
              <a:spcAft>
                <a:spcPts val="0"/>
              </a:spcAft>
              <a:defRPr/>
            </a:pPr>
            <a:r>
              <a:rPr lang="en-US" dirty="0"/>
              <a:t>Less Complexity</a:t>
            </a:r>
          </a:p>
          <a:p>
            <a:pPr lvl="1" fontAlgn="auto">
              <a:spcAft>
                <a:spcPts val="0"/>
              </a:spcAft>
              <a:defRPr/>
            </a:pPr>
            <a:r>
              <a:rPr lang="en-US" dirty="0">
                <a:solidFill>
                  <a:schemeClr val="accent2">
                    <a:lumMod val="75000"/>
                  </a:schemeClr>
                </a:solidFill>
              </a:rPr>
              <a:t>Con</a:t>
            </a:r>
            <a:r>
              <a:rPr lang="en-US" dirty="0"/>
              <a:t>: Wastes Space</a:t>
            </a:r>
          </a:p>
          <a:p>
            <a:pPr lvl="2" fontAlgn="auto">
              <a:spcAft>
                <a:spcPts val="0"/>
              </a:spcAft>
              <a:defRPr/>
            </a:pPr>
            <a:r>
              <a:rPr lang="en-US" dirty="0" err="1"/>
              <a:t>Opcodes</a:t>
            </a:r>
            <a:r>
              <a:rPr lang="en-US" dirty="0"/>
              <a:t> that do not require operands such as MARIE’s </a:t>
            </a:r>
            <a:r>
              <a:rPr lang="en-US" i="1" dirty="0"/>
              <a:t>halt</a:t>
            </a:r>
            <a:r>
              <a:rPr lang="en-US" dirty="0"/>
              <a:t> makes no use of its address space.</a:t>
            </a:r>
          </a:p>
          <a:p>
            <a:pPr lvl="2" fontAlgn="auto">
              <a:spcAft>
                <a:spcPts val="0"/>
              </a:spcAft>
              <a:defRPr/>
            </a:pPr>
            <a:r>
              <a:rPr lang="en-US" dirty="0"/>
              <a:t>Additionally, instructions must be </a:t>
            </a:r>
            <a:r>
              <a:rPr lang="en-US" b="1" dirty="0"/>
              <a:t>word aligned</a:t>
            </a:r>
            <a:r>
              <a:rPr lang="en-US" dirty="0"/>
              <a:t>. Creates </a:t>
            </a:r>
            <a:r>
              <a:rPr lang="en-US" b="1" dirty="0"/>
              <a:t>gaps</a:t>
            </a:r>
            <a:r>
              <a:rPr lang="en-US" dirty="0"/>
              <a:t> in memory</a:t>
            </a:r>
          </a:p>
          <a:p>
            <a:pPr lvl="2" fontAlgn="auto">
              <a:spcAft>
                <a:spcPts val="0"/>
              </a:spcAft>
              <a:defRPr/>
            </a:pPr>
            <a:endParaRPr lang="en-US" dirty="0"/>
          </a:p>
          <a:p>
            <a:pPr fontAlgn="auto">
              <a:spcAft>
                <a:spcPts val="0"/>
              </a:spcAft>
              <a:defRPr/>
            </a:pPr>
            <a:endParaRPr lang="en-US" dirty="0"/>
          </a:p>
        </p:txBody>
      </p:sp>
    </p:spTree>
    <p:extLst>
      <p:ext uri="{BB962C8B-B14F-4D97-AF65-F5344CB8AC3E}">
        <p14:creationId xmlns:p14="http://schemas.microsoft.com/office/powerpoint/2010/main" val="26940739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ltLang="en-US"/>
              <a:t>Instruction Length</a:t>
            </a:r>
          </a:p>
        </p:txBody>
      </p:sp>
      <p:sp>
        <p:nvSpPr>
          <p:cNvPr id="3" name="Content Placeholder 2"/>
          <p:cNvSpPr>
            <a:spLocks noGrp="1"/>
          </p:cNvSpPr>
          <p:nvPr>
            <p:ph idx="1"/>
          </p:nvPr>
        </p:nvSpPr>
        <p:spPr/>
        <p:txBody>
          <a:bodyPr rtlCol="0">
            <a:normAutofit/>
          </a:bodyPr>
          <a:lstStyle/>
          <a:p>
            <a:pPr fontAlgn="auto">
              <a:spcAft>
                <a:spcPts val="0"/>
              </a:spcAft>
              <a:defRPr/>
            </a:pPr>
            <a:r>
              <a:rPr lang="en-US" dirty="0"/>
              <a:t>Variable Length</a:t>
            </a:r>
          </a:p>
          <a:p>
            <a:pPr lvl="1" fontAlgn="auto">
              <a:spcAft>
                <a:spcPts val="0"/>
              </a:spcAft>
              <a:defRPr/>
            </a:pPr>
            <a:r>
              <a:rPr lang="en-US" dirty="0">
                <a:solidFill>
                  <a:schemeClr val="tx2">
                    <a:lumMod val="60000"/>
                    <a:lumOff val="40000"/>
                  </a:schemeClr>
                </a:solidFill>
              </a:rPr>
              <a:t>Pro</a:t>
            </a:r>
            <a:r>
              <a:rPr lang="en-US" dirty="0"/>
              <a:t>: Saves storage space (Not exactly)</a:t>
            </a:r>
          </a:p>
          <a:p>
            <a:pPr lvl="2" fontAlgn="auto">
              <a:spcAft>
                <a:spcPts val="0"/>
              </a:spcAft>
              <a:defRPr/>
            </a:pPr>
            <a:r>
              <a:rPr lang="en-US" dirty="0"/>
              <a:t>Instructions take up only as much space as needed</a:t>
            </a:r>
          </a:p>
          <a:p>
            <a:pPr lvl="2" fontAlgn="auto">
              <a:spcAft>
                <a:spcPts val="0"/>
              </a:spcAft>
              <a:defRPr/>
            </a:pPr>
            <a:r>
              <a:rPr lang="en-US" dirty="0"/>
              <a:t>Instructions must be </a:t>
            </a:r>
            <a:r>
              <a:rPr lang="en-US" b="1" dirty="0"/>
              <a:t>word aligned </a:t>
            </a:r>
            <a:r>
              <a:rPr lang="en-US" dirty="0"/>
              <a:t>in main memory</a:t>
            </a:r>
          </a:p>
          <a:p>
            <a:pPr lvl="2" fontAlgn="auto">
              <a:spcAft>
                <a:spcPts val="0"/>
              </a:spcAft>
              <a:defRPr/>
            </a:pPr>
            <a:r>
              <a:rPr lang="en-US" dirty="0"/>
              <a:t>Therefore instructions of varying lengths will create </a:t>
            </a:r>
            <a:r>
              <a:rPr lang="en-US" b="1" dirty="0"/>
              <a:t>gaps</a:t>
            </a:r>
            <a:r>
              <a:rPr lang="en-US" dirty="0"/>
              <a:t> in main memory</a:t>
            </a:r>
          </a:p>
          <a:p>
            <a:pPr lvl="2" fontAlgn="auto">
              <a:spcAft>
                <a:spcPts val="0"/>
              </a:spcAft>
              <a:defRPr/>
            </a:pPr>
            <a:endParaRPr lang="en-US" dirty="0"/>
          </a:p>
          <a:p>
            <a:pPr lvl="1" fontAlgn="auto">
              <a:spcAft>
                <a:spcPts val="0"/>
              </a:spcAft>
              <a:defRPr/>
            </a:pPr>
            <a:r>
              <a:rPr lang="en-US" dirty="0">
                <a:solidFill>
                  <a:schemeClr val="accent2">
                    <a:lumMod val="75000"/>
                  </a:schemeClr>
                </a:solidFill>
              </a:rPr>
              <a:t>Con</a:t>
            </a:r>
            <a:r>
              <a:rPr lang="en-US" dirty="0"/>
              <a:t>: Complex to decode</a:t>
            </a:r>
          </a:p>
        </p:txBody>
      </p:sp>
    </p:spTree>
    <p:extLst>
      <p:ext uri="{BB962C8B-B14F-4D97-AF65-F5344CB8AC3E}">
        <p14:creationId xmlns:p14="http://schemas.microsoft.com/office/powerpoint/2010/main" val="17489564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eaLnBrk="0" fontAlgn="base" hangingPunct="0">
              <a:spcBef>
                <a:spcPct val="0"/>
              </a:spcBef>
              <a:spcAft>
                <a:spcPct val="0"/>
              </a:spcAft>
            </a:pPr>
            <a:r>
              <a:rPr lang="en-US" altLang="en-US" sz="2000">
                <a:solidFill>
                  <a:srgbClr val="000000"/>
                </a:solidFill>
                <a:latin typeface="Arial" panose="020B0604020202020204" pitchFamily="34" charset="0"/>
              </a:rPr>
              <a:t>5-</a:t>
            </a:r>
            <a:fld id="{11CE93C2-1898-481B-AE77-572F6D66C57E}" type="slidenum">
              <a:rPr lang="en-US" altLang="en-US" sz="2000">
                <a:solidFill>
                  <a:srgbClr val="000000"/>
                </a:solidFill>
                <a:latin typeface="Arial" panose="020B0604020202020204" pitchFamily="34" charset="0"/>
              </a:rPr>
              <a:pPr eaLnBrk="0" fontAlgn="base" hangingPunct="0">
                <a:spcBef>
                  <a:spcPct val="0"/>
                </a:spcBef>
                <a:spcAft>
                  <a:spcPct val="0"/>
                </a:spcAft>
              </a:pPr>
              <a:t>64</a:t>
            </a:fld>
            <a:endParaRPr lang="en-US" altLang="en-US" sz="2000">
              <a:solidFill>
                <a:srgbClr val="000000"/>
              </a:solidFill>
              <a:latin typeface="Arial" panose="020B0604020202020204" pitchFamily="34" charset="0"/>
            </a:endParaRPr>
          </a:p>
        </p:txBody>
      </p:sp>
      <p:sp>
        <p:nvSpPr>
          <p:cNvPr id="61442" name="Rectangle 2"/>
          <p:cNvSpPr>
            <a:spLocks noGrp="1" noChangeArrowheads="1"/>
          </p:cNvSpPr>
          <p:nvPr>
            <p:ph type="title"/>
          </p:nvPr>
        </p:nvSpPr>
        <p:spPr/>
        <p:txBody>
          <a:bodyPr/>
          <a:lstStyle/>
          <a:p>
            <a:r>
              <a:rPr lang="en-US" altLang="en-US"/>
              <a:t>Control Instructions</a:t>
            </a:r>
          </a:p>
        </p:txBody>
      </p:sp>
      <p:sp>
        <p:nvSpPr>
          <p:cNvPr id="61443" name="Rectangle 3"/>
          <p:cNvSpPr>
            <a:spLocks noGrp="1" noChangeArrowheads="1"/>
          </p:cNvSpPr>
          <p:nvPr>
            <p:ph type="body" idx="1"/>
          </p:nvPr>
        </p:nvSpPr>
        <p:spPr>
          <a:xfrm>
            <a:off x="1752600" y="1143000"/>
            <a:ext cx="8686800" cy="5486400"/>
          </a:xfrm>
        </p:spPr>
        <p:txBody>
          <a:bodyPr/>
          <a:lstStyle/>
          <a:p>
            <a:pPr>
              <a:lnSpc>
                <a:spcPct val="90000"/>
              </a:lnSpc>
            </a:pPr>
            <a:r>
              <a:rPr lang="en-US" altLang="en-US"/>
              <a:t>Used to alter the sequence of instructions</a:t>
            </a:r>
            <a:br>
              <a:rPr lang="en-US" altLang="en-US"/>
            </a:br>
            <a:r>
              <a:rPr lang="en-US" altLang="en-US"/>
              <a:t>(by changing the Program Counter)</a:t>
            </a:r>
          </a:p>
          <a:p>
            <a:pPr>
              <a:lnSpc>
                <a:spcPct val="90000"/>
              </a:lnSpc>
            </a:pPr>
            <a:endParaRPr lang="en-US" altLang="en-US"/>
          </a:p>
          <a:p>
            <a:pPr>
              <a:lnSpc>
                <a:spcPct val="90000"/>
              </a:lnSpc>
            </a:pPr>
            <a:r>
              <a:rPr lang="en-US" altLang="en-US">
                <a:solidFill>
                  <a:srgbClr val="CE0000"/>
                </a:solidFill>
              </a:rPr>
              <a:t>Conditional Branch</a:t>
            </a:r>
            <a:endParaRPr lang="en-US" altLang="en-US"/>
          </a:p>
          <a:p>
            <a:pPr lvl="1">
              <a:lnSpc>
                <a:spcPct val="90000"/>
              </a:lnSpc>
            </a:pPr>
            <a:r>
              <a:rPr lang="en-US" altLang="en-US"/>
              <a:t>branch is </a:t>
            </a:r>
            <a:r>
              <a:rPr lang="en-US" altLang="en-US" i="1"/>
              <a:t>taken</a:t>
            </a:r>
            <a:r>
              <a:rPr lang="en-US" altLang="en-US"/>
              <a:t> if a specified condition is true</a:t>
            </a:r>
          </a:p>
          <a:p>
            <a:pPr lvl="2">
              <a:lnSpc>
                <a:spcPct val="90000"/>
              </a:lnSpc>
            </a:pPr>
            <a:r>
              <a:rPr lang="en-US" altLang="en-US"/>
              <a:t>signed offset is added to PC to yield new PC</a:t>
            </a:r>
          </a:p>
          <a:p>
            <a:pPr lvl="1">
              <a:lnSpc>
                <a:spcPct val="90000"/>
              </a:lnSpc>
            </a:pPr>
            <a:r>
              <a:rPr lang="en-US" altLang="en-US"/>
              <a:t>else, the branch is </a:t>
            </a:r>
            <a:r>
              <a:rPr lang="en-US" altLang="en-US" i="1"/>
              <a:t>not taken</a:t>
            </a:r>
            <a:endParaRPr lang="en-US" altLang="en-US"/>
          </a:p>
          <a:p>
            <a:pPr lvl="2">
              <a:lnSpc>
                <a:spcPct val="90000"/>
              </a:lnSpc>
            </a:pPr>
            <a:r>
              <a:rPr lang="en-US" altLang="en-US"/>
              <a:t>PC is not changed, points to the next sequential instruction</a:t>
            </a:r>
          </a:p>
          <a:p>
            <a:pPr>
              <a:lnSpc>
                <a:spcPct val="90000"/>
              </a:lnSpc>
              <a:spcBef>
                <a:spcPct val="75000"/>
              </a:spcBef>
            </a:pPr>
            <a:r>
              <a:rPr lang="en-US" altLang="en-US">
                <a:solidFill>
                  <a:srgbClr val="CE0000"/>
                </a:solidFill>
              </a:rPr>
              <a:t>Unconditional Branch (or Jump)</a:t>
            </a:r>
            <a:endParaRPr lang="en-US" altLang="en-US"/>
          </a:p>
          <a:p>
            <a:pPr lvl="1">
              <a:lnSpc>
                <a:spcPct val="90000"/>
              </a:lnSpc>
            </a:pPr>
            <a:r>
              <a:rPr lang="en-US" altLang="en-US"/>
              <a:t>always changes the PC</a:t>
            </a:r>
          </a:p>
          <a:p>
            <a:pPr>
              <a:lnSpc>
                <a:spcPct val="90000"/>
              </a:lnSpc>
              <a:spcBef>
                <a:spcPct val="75000"/>
              </a:spcBef>
            </a:pPr>
            <a:r>
              <a:rPr lang="en-US" altLang="en-US">
                <a:solidFill>
                  <a:srgbClr val="CE0000"/>
                </a:solidFill>
              </a:rPr>
              <a:t>TRAP</a:t>
            </a:r>
            <a:endParaRPr lang="en-US" altLang="en-US"/>
          </a:p>
          <a:p>
            <a:pPr lvl="1">
              <a:lnSpc>
                <a:spcPct val="90000"/>
              </a:lnSpc>
            </a:pPr>
            <a:r>
              <a:rPr lang="en-US" altLang="en-US"/>
              <a:t>changes PC to the address of an OS “service routine”</a:t>
            </a:r>
          </a:p>
          <a:p>
            <a:pPr lvl="1">
              <a:lnSpc>
                <a:spcPct val="90000"/>
              </a:lnSpc>
            </a:pPr>
            <a:r>
              <a:rPr lang="en-US" altLang="en-US"/>
              <a:t>routine will return control to the next instruction (after TRAP)</a:t>
            </a:r>
          </a:p>
        </p:txBody>
      </p:sp>
    </p:spTree>
    <p:extLst>
      <p:ext uri="{BB962C8B-B14F-4D97-AF65-F5344CB8AC3E}">
        <p14:creationId xmlns:p14="http://schemas.microsoft.com/office/powerpoint/2010/main" val="3457322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eaLnBrk="0" fontAlgn="base" hangingPunct="0">
              <a:spcBef>
                <a:spcPct val="0"/>
              </a:spcBef>
              <a:spcAft>
                <a:spcPct val="0"/>
              </a:spcAft>
            </a:pPr>
            <a:r>
              <a:rPr lang="en-US" altLang="en-US" sz="2000">
                <a:solidFill>
                  <a:srgbClr val="000000"/>
                </a:solidFill>
                <a:latin typeface="Arial" panose="020B0604020202020204" pitchFamily="34" charset="0"/>
              </a:rPr>
              <a:t>5-</a:t>
            </a:r>
            <a:fld id="{BCDB8315-BD26-4D3A-8DAA-70BDFD00DD03}" type="slidenum">
              <a:rPr lang="en-US" altLang="en-US" sz="2000">
                <a:solidFill>
                  <a:srgbClr val="000000"/>
                </a:solidFill>
                <a:latin typeface="Arial" panose="020B0604020202020204" pitchFamily="34" charset="0"/>
              </a:rPr>
              <a:pPr eaLnBrk="0" fontAlgn="base" hangingPunct="0">
                <a:spcBef>
                  <a:spcPct val="0"/>
                </a:spcBef>
                <a:spcAft>
                  <a:spcPct val="0"/>
                </a:spcAft>
              </a:pPr>
              <a:t>65</a:t>
            </a:fld>
            <a:endParaRPr lang="en-US" altLang="en-US" sz="2000">
              <a:solidFill>
                <a:srgbClr val="000000"/>
              </a:solidFill>
              <a:latin typeface="Arial" panose="020B0604020202020204" pitchFamily="34" charset="0"/>
            </a:endParaRPr>
          </a:p>
        </p:txBody>
      </p:sp>
      <p:sp>
        <p:nvSpPr>
          <p:cNvPr id="103426" name="Rectangle 2"/>
          <p:cNvSpPr>
            <a:spLocks noGrp="1" noChangeArrowheads="1"/>
          </p:cNvSpPr>
          <p:nvPr>
            <p:ph type="title"/>
          </p:nvPr>
        </p:nvSpPr>
        <p:spPr/>
        <p:txBody>
          <a:bodyPr/>
          <a:lstStyle/>
          <a:p>
            <a:r>
              <a:rPr lang="en-US" altLang="en-US"/>
              <a:t>Condition Codes</a:t>
            </a:r>
          </a:p>
        </p:txBody>
      </p:sp>
      <p:sp>
        <p:nvSpPr>
          <p:cNvPr id="103427" name="Rectangle 3"/>
          <p:cNvSpPr>
            <a:spLocks noGrp="1" noChangeArrowheads="1"/>
          </p:cNvSpPr>
          <p:nvPr>
            <p:ph type="body" idx="1"/>
          </p:nvPr>
        </p:nvSpPr>
        <p:spPr/>
        <p:txBody>
          <a:bodyPr/>
          <a:lstStyle/>
          <a:p>
            <a:pPr>
              <a:tabLst>
                <a:tab pos="571500" algn="l"/>
              </a:tabLst>
            </a:pPr>
            <a:r>
              <a:rPr lang="en-US" altLang="en-US" dirty="0"/>
              <a:t>There are three </a:t>
            </a:r>
            <a:r>
              <a:rPr lang="en-US" altLang="en-US" dirty="0">
                <a:solidFill>
                  <a:srgbClr val="009900"/>
                </a:solidFill>
              </a:rPr>
              <a:t>condition code</a:t>
            </a:r>
            <a:r>
              <a:rPr lang="en-US" altLang="en-US" dirty="0"/>
              <a:t> registers:</a:t>
            </a:r>
            <a:br>
              <a:rPr lang="en-US" altLang="en-US" dirty="0"/>
            </a:br>
            <a:r>
              <a:rPr lang="en-US" altLang="en-US" dirty="0"/>
              <a:t>	</a:t>
            </a:r>
            <a:r>
              <a:rPr lang="en-US" altLang="en-US" dirty="0">
                <a:solidFill>
                  <a:srgbClr val="CE0000"/>
                </a:solidFill>
              </a:rPr>
              <a:t>N</a:t>
            </a:r>
            <a:r>
              <a:rPr lang="en-US" altLang="en-US" dirty="0"/>
              <a:t> -- negative</a:t>
            </a:r>
            <a:br>
              <a:rPr lang="en-US" altLang="en-US" dirty="0"/>
            </a:br>
            <a:r>
              <a:rPr lang="en-US" altLang="en-US" dirty="0"/>
              <a:t>	</a:t>
            </a:r>
            <a:r>
              <a:rPr lang="en-US" altLang="en-US" dirty="0">
                <a:solidFill>
                  <a:srgbClr val="CE0000"/>
                </a:solidFill>
              </a:rPr>
              <a:t>Z</a:t>
            </a:r>
            <a:r>
              <a:rPr lang="en-US" altLang="en-US" dirty="0"/>
              <a:t> -- zero</a:t>
            </a:r>
            <a:br>
              <a:rPr lang="en-US" altLang="en-US" dirty="0"/>
            </a:br>
            <a:r>
              <a:rPr lang="en-US" altLang="en-US" dirty="0"/>
              <a:t>	</a:t>
            </a:r>
            <a:r>
              <a:rPr lang="en-US" altLang="en-US" dirty="0">
                <a:solidFill>
                  <a:srgbClr val="CE0000"/>
                </a:solidFill>
              </a:rPr>
              <a:t>P</a:t>
            </a:r>
            <a:r>
              <a:rPr lang="en-US" altLang="en-US" dirty="0"/>
              <a:t> -- positive (greater than zero)</a:t>
            </a:r>
          </a:p>
          <a:p>
            <a:pPr>
              <a:tabLst>
                <a:tab pos="571500" algn="l"/>
              </a:tabLst>
            </a:pPr>
            <a:endParaRPr lang="en-US" altLang="en-US" dirty="0"/>
          </a:p>
          <a:p>
            <a:pPr>
              <a:tabLst>
                <a:tab pos="571500" algn="l"/>
              </a:tabLst>
            </a:pPr>
            <a:r>
              <a:rPr lang="en-US" altLang="en-US" dirty="0"/>
              <a:t>Exactly </a:t>
            </a:r>
            <a:r>
              <a:rPr lang="en-US" altLang="en-US" u="sng" dirty="0"/>
              <a:t>one</a:t>
            </a:r>
            <a:r>
              <a:rPr lang="en-US" altLang="en-US" dirty="0"/>
              <a:t> will be set at all times</a:t>
            </a:r>
          </a:p>
          <a:p>
            <a:pPr lvl="1">
              <a:tabLst>
                <a:tab pos="571500" algn="l"/>
              </a:tabLst>
            </a:pPr>
            <a:r>
              <a:rPr lang="en-US" altLang="en-US" dirty="0"/>
              <a:t>Based on the last instruction that altered a register</a:t>
            </a:r>
          </a:p>
        </p:txBody>
      </p:sp>
    </p:spTree>
    <p:extLst>
      <p:ext uri="{BB962C8B-B14F-4D97-AF65-F5344CB8AC3E}">
        <p14:creationId xmlns:p14="http://schemas.microsoft.com/office/powerpoint/2010/main" val="22720037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eaLnBrk="0" fontAlgn="base" hangingPunct="0">
              <a:spcBef>
                <a:spcPct val="0"/>
              </a:spcBef>
              <a:spcAft>
                <a:spcPct val="0"/>
              </a:spcAft>
            </a:pPr>
            <a:r>
              <a:rPr lang="en-US" altLang="en-US" sz="2000">
                <a:solidFill>
                  <a:srgbClr val="000000"/>
                </a:solidFill>
                <a:latin typeface="Arial" panose="020B0604020202020204" pitchFamily="34" charset="0"/>
              </a:rPr>
              <a:t>5-</a:t>
            </a:r>
            <a:fld id="{10B5BE09-46E6-4F12-963B-047580324CDC}" type="slidenum">
              <a:rPr lang="en-US" altLang="en-US" sz="2000">
                <a:solidFill>
                  <a:srgbClr val="000000"/>
                </a:solidFill>
                <a:latin typeface="Arial" panose="020B0604020202020204" pitchFamily="34" charset="0"/>
              </a:rPr>
              <a:pPr eaLnBrk="0" fontAlgn="base" hangingPunct="0">
                <a:spcBef>
                  <a:spcPct val="0"/>
                </a:spcBef>
                <a:spcAft>
                  <a:spcPct val="0"/>
                </a:spcAft>
              </a:pPr>
              <a:t>66</a:t>
            </a:fld>
            <a:endParaRPr lang="en-US" altLang="en-US" sz="2000">
              <a:solidFill>
                <a:srgbClr val="000000"/>
              </a:solidFill>
              <a:latin typeface="Arial" panose="020B0604020202020204" pitchFamily="34" charset="0"/>
            </a:endParaRPr>
          </a:p>
        </p:txBody>
      </p:sp>
      <p:sp>
        <p:nvSpPr>
          <p:cNvPr id="104450" name="Rectangle 1026"/>
          <p:cNvSpPr>
            <a:spLocks noGrp="1" noChangeArrowheads="1"/>
          </p:cNvSpPr>
          <p:nvPr>
            <p:ph type="title"/>
          </p:nvPr>
        </p:nvSpPr>
        <p:spPr/>
        <p:txBody>
          <a:bodyPr/>
          <a:lstStyle/>
          <a:p>
            <a:r>
              <a:rPr lang="en-US" altLang="en-US"/>
              <a:t>Branch Instruction</a:t>
            </a:r>
          </a:p>
        </p:txBody>
      </p:sp>
      <p:sp>
        <p:nvSpPr>
          <p:cNvPr id="104451" name="Rectangle 1027"/>
          <p:cNvSpPr>
            <a:spLocks noGrp="1" noChangeArrowheads="1"/>
          </p:cNvSpPr>
          <p:nvPr>
            <p:ph type="body" idx="1"/>
          </p:nvPr>
        </p:nvSpPr>
        <p:spPr/>
        <p:txBody>
          <a:bodyPr/>
          <a:lstStyle/>
          <a:p>
            <a:r>
              <a:rPr lang="en-US" altLang="en-US"/>
              <a:t>Branch specifies one or more condition codes.</a:t>
            </a:r>
          </a:p>
          <a:p>
            <a:r>
              <a:rPr lang="en-US" altLang="en-US"/>
              <a:t>If the set bit is specified, the branch is taken.</a:t>
            </a:r>
          </a:p>
          <a:p>
            <a:pPr lvl="1">
              <a:spcBef>
                <a:spcPct val="50000"/>
              </a:spcBef>
            </a:pPr>
            <a:r>
              <a:rPr lang="en-US" altLang="en-US"/>
              <a:t>PC-relative addressing:</a:t>
            </a:r>
            <a:br>
              <a:rPr lang="en-US" altLang="en-US"/>
            </a:br>
            <a:r>
              <a:rPr lang="en-US" altLang="en-US">
                <a:solidFill>
                  <a:srgbClr val="CE0000"/>
                </a:solidFill>
              </a:rPr>
              <a:t>target address</a:t>
            </a:r>
            <a:r>
              <a:rPr lang="en-US" altLang="en-US"/>
              <a:t> is made by adding signed offset (IR[8:0])</a:t>
            </a:r>
            <a:br>
              <a:rPr lang="en-US" altLang="en-US"/>
            </a:br>
            <a:r>
              <a:rPr lang="en-US" altLang="en-US"/>
              <a:t>to current PC.</a:t>
            </a:r>
          </a:p>
          <a:p>
            <a:pPr lvl="1">
              <a:spcBef>
                <a:spcPct val="50000"/>
              </a:spcBef>
            </a:pPr>
            <a:r>
              <a:rPr lang="en-US" altLang="en-US"/>
              <a:t>Note: PC has already been incremented by FETCH stage.</a:t>
            </a:r>
          </a:p>
          <a:p>
            <a:pPr lvl="1">
              <a:spcBef>
                <a:spcPct val="50000"/>
              </a:spcBef>
            </a:pPr>
            <a:r>
              <a:rPr lang="en-US" altLang="en-US"/>
              <a:t>Note: Target must be within 256 words of BR instruction.</a:t>
            </a:r>
          </a:p>
          <a:p>
            <a:endParaRPr lang="en-US" altLang="en-US"/>
          </a:p>
          <a:p>
            <a:r>
              <a:rPr lang="en-US" altLang="en-US"/>
              <a:t>If the branch is not taken,</a:t>
            </a:r>
            <a:br>
              <a:rPr lang="en-US" altLang="en-US"/>
            </a:br>
            <a:r>
              <a:rPr lang="en-US" altLang="en-US"/>
              <a:t>the next sequential instruction is executed.</a:t>
            </a:r>
          </a:p>
        </p:txBody>
      </p:sp>
    </p:spTree>
    <p:extLst>
      <p:ext uri="{BB962C8B-B14F-4D97-AF65-F5344CB8AC3E}">
        <p14:creationId xmlns:p14="http://schemas.microsoft.com/office/powerpoint/2010/main" val="38981530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pPr eaLnBrk="0" fontAlgn="base" hangingPunct="0">
              <a:spcBef>
                <a:spcPct val="0"/>
              </a:spcBef>
              <a:spcAft>
                <a:spcPct val="0"/>
              </a:spcAft>
            </a:pPr>
            <a:r>
              <a:rPr lang="en-US" altLang="en-US" sz="2000">
                <a:solidFill>
                  <a:srgbClr val="000000"/>
                </a:solidFill>
                <a:latin typeface="Arial" panose="020B0604020202020204" pitchFamily="34" charset="0"/>
              </a:rPr>
              <a:t>5-</a:t>
            </a:r>
            <a:fld id="{804B914B-3D99-4628-9008-69360C8FE261}" type="slidenum">
              <a:rPr lang="en-US" altLang="en-US" sz="2000">
                <a:solidFill>
                  <a:srgbClr val="000000"/>
                </a:solidFill>
                <a:latin typeface="Arial" panose="020B0604020202020204" pitchFamily="34" charset="0"/>
              </a:rPr>
              <a:pPr eaLnBrk="0" fontAlgn="base" hangingPunct="0">
                <a:spcBef>
                  <a:spcPct val="0"/>
                </a:spcBef>
                <a:spcAft>
                  <a:spcPct val="0"/>
                </a:spcAft>
              </a:pPr>
              <a:t>67</a:t>
            </a:fld>
            <a:endParaRPr lang="en-US" altLang="en-US" sz="2000">
              <a:solidFill>
                <a:srgbClr val="000000"/>
              </a:solidFill>
              <a:latin typeface="Arial" panose="020B0604020202020204" pitchFamily="34" charset="0"/>
            </a:endParaRPr>
          </a:p>
        </p:txBody>
      </p:sp>
      <p:sp>
        <p:nvSpPr>
          <p:cNvPr id="108546" name="Rectangle 2"/>
          <p:cNvSpPr>
            <a:spLocks noGrp="1" noChangeArrowheads="1"/>
          </p:cNvSpPr>
          <p:nvPr>
            <p:ph type="title"/>
          </p:nvPr>
        </p:nvSpPr>
        <p:spPr/>
        <p:txBody>
          <a:bodyPr/>
          <a:lstStyle/>
          <a:p>
            <a:r>
              <a:rPr lang="en-US" altLang="en-US"/>
              <a:t>JMP (Register)</a:t>
            </a:r>
          </a:p>
        </p:txBody>
      </p:sp>
      <p:sp>
        <p:nvSpPr>
          <p:cNvPr id="108547" name="Rectangle 3"/>
          <p:cNvSpPr>
            <a:spLocks noGrp="1" noChangeArrowheads="1"/>
          </p:cNvSpPr>
          <p:nvPr>
            <p:ph type="body" idx="1"/>
          </p:nvPr>
        </p:nvSpPr>
        <p:spPr>
          <a:xfrm>
            <a:off x="1752600" y="1143000"/>
            <a:ext cx="8686800" cy="5334000"/>
          </a:xfrm>
        </p:spPr>
        <p:txBody>
          <a:bodyPr/>
          <a:lstStyle/>
          <a:p>
            <a:r>
              <a:rPr lang="en-US" altLang="en-US"/>
              <a:t>Jump is an unconditional branch -- </a:t>
            </a:r>
            <a:r>
              <a:rPr lang="en-US" altLang="en-US" i="1" u="sng"/>
              <a:t>always</a:t>
            </a:r>
            <a:r>
              <a:rPr lang="en-US" altLang="en-US"/>
              <a:t> taken.</a:t>
            </a:r>
          </a:p>
          <a:p>
            <a:pPr lvl="1"/>
            <a:r>
              <a:rPr lang="en-US" altLang="en-US"/>
              <a:t>Target address is the contents of a register.</a:t>
            </a:r>
          </a:p>
          <a:p>
            <a:pPr lvl="1"/>
            <a:r>
              <a:rPr lang="en-US" altLang="en-US"/>
              <a:t>Allows any target address.</a:t>
            </a:r>
          </a:p>
          <a:p>
            <a:endParaRPr lang="en-US" altLang="en-US"/>
          </a:p>
        </p:txBody>
      </p:sp>
      <p:pic>
        <p:nvPicPr>
          <p:cNvPr id="108550" name="Picture 6" descr="C:\Documents and Settings\gbyrd\My Documents\ece206\mh-slides\e2\ch05-figures\ch05-2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1" y="2590801"/>
            <a:ext cx="7440613" cy="676275"/>
          </a:xfrm>
          <a:prstGeom prst="rect">
            <a:avLst/>
          </a:prstGeom>
          <a:noFill/>
          <a:extLst>
            <a:ext uri="{909E8E84-426E-40DD-AFC4-6F175D3DCCD1}">
              <a14:hiddenFill xmlns:a14="http://schemas.microsoft.com/office/drawing/2010/main">
                <a:solidFill>
                  <a:srgbClr val="FFFFFF"/>
                </a:solidFill>
              </a14:hiddenFill>
            </a:ext>
          </a:extLst>
        </p:spPr>
      </p:pic>
      <p:pic>
        <p:nvPicPr>
          <p:cNvPr id="108551" name="Picture 7" descr="C:\Documents and Settings\gbyrd\My Documents\ece206\mh-slides\e2\ch05-figures\ch05-29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3810001"/>
            <a:ext cx="5365750" cy="1757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42851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OLD questions</a:t>
            </a:r>
          </a:p>
        </p:txBody>
      </p:sp>
      <p:sp>
        <p:nvSpPr>
          <p:cNvPr id="3" name="Content Placeholder 2"/>
          <p:cNvSpPr>
            <a:spLocks noGrp="1"/>
          </p:cNvSpPr>
          <p:nvPr>
            <p:ph idx="1"/>
          </p:nvPr>
        </p:nvSpPr>
        <p:spPr/>
        <p:txBody>
          <a:bodyPr/>
          <a:lstStyle/>
          <a:p>
            <a:pPr marL="457200" indent="-457200">
              <a:buFont typeface="+mj-lt"/>
              <a:buAutoNum type="arabicPeriod"/>
            </a:pPr>
            <a:r>
              <a:rPr lang="en-GB" dirty="0"/>
              <a:t>Why state diagram is required? Explain the state diagram of instruction cycle with interrupts?</a:t>
            </a:r>
          </a:p>
          <a:p>
            <a:pPr marL="457200" indent="-457200">
              <a:buFont typeface="+mj-lt"/>
              <a:buAutoNum type="arabicPeriod"/>
            </a:pPr>
            <a:r>
              <a:rPr lang="ne-NP" dirty="0"/>
              <a:t>Differentiate between RISC and CISC architecture with suitable examples</a:t>
            </a:r>
            <a:r>
              <a:rPr lang="en-GB" dirty="0"/>
              <a:t>.</a:t>
            </a:r>
          </a:p>
          <a:p>
            <a:pPr marL="457200" indent="-457200">
              <a:buFont typeface="+mj-lt"/>
              <a:buAutoNum type="arabicPeriod"/>
            </a:pPr>
            <a:r>
              <a:rPr lang="af-ZA" dirty="0"/>
              <a:t>Explain different types of operations used in a computer. Why data transfer operation has maximum number of opcodes? Differentiate between 3, 2, 1, and 0 addresses.</a:t>
            </a:r>
          </a:p>
          <a:p>
            <a:pPr marL="457200" indent="-457200">
              <a:buFont typeface="+mj-lt"/>
              <a:buAutoNum type="arabicPeriod"/>
            </a:pPr>
            <a:r>
              <a:rPr lang="af-ZA" dirty="0"/>
              <a:t>Explain the state diagram of instruction cycle (with interrupts). How can you handle multiple interrupts?</a:t>
            </a:r>
          </a:p>
          <a:p>
            <a:pPr marL="457200" indent="-457200">
              <a:buFont typeface="+mj-lt"/>
              <a:buAutoNum type="arabicPeriod"/>
            </a:pPr>
            <a:r>
              <a:rPr lang="af-ZA" dirty="0"/>
              <a:t>What do you mean by addressing in a computer? List different types of addressing modes. Explain in detail about displacement, relative, and indexed addressing modes with required block diagrams.</a:t>
            </a:r>
          </a:p>
          <a:p>
            <a:endParaRPr lang="en-US" dirty="0"/>
          </a:p>
        </p:txBody>
      </p:sp>
      <p:sp>
        <p:nvSpPr>
          <p:cNvPr id="4" name="Slide Number Placeholder 3"/>
          <p:cNvSpPr>
            <a:spLocks noGrp="1"/>
          </p:cNvSpPr>
          <p:nvPr>
            <p:ph type="sldNum" sz="quarter" idx="10"/>
          </p:nvPr>
        </p:nvSpPr>
        <p:spPr/>
        <p:txBody>
          <a:bodyPr/>
          <a:lstStyle/>
          <a:p>
            <a:r>
              <a:rPr lang="en-US" altLang="en-US"/>
              <a:t>5-</a:t>
            </a:r>
            <a:fld id="{97D1B39E-6B0A-4EA6-820E-47BC097AF35C}" type="slidenum">
              <a:rPr lang="en-US" altLang="en-US" smtClean="0"/>
              <a:pPr/>
              <a:t>68</a:t>
            </a:fld>
            <a:endParaRPr lang="en-US" altLang="en-US"/>
          </a:p>
        </p:txBody>
      </p:sp>
    </p:spTree>
    <p:extLst>
      <p:ext uri="{BB962C8B-B14F-4D97-AF65-F5344CB8AC3E}">
        <p14:creationId xmlns:p14="http://schemas.microsoft.com/office/powerpoint/2010/main" val="4359146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57510-9842-4723-A52F-617227642EE0}"/>
              </a:ext>
            </a:extLst>
          </p:cNvPr>
          <p:cNvSpPr>
            <a:spLocks noGrp="1"/>
          </p:cNvSpPr>
          <p:nvPr>
            <p:ph type="title"/>
          </p:nvPr>
        </p:nvSpPr>
        <p:spPr/>
        <p:txBody>
          <a:bodyPr/>
          <a:lstStyle/>
          <a:p>
            <a:r>
              <a:rPr lang="en-US" dirty="0"/>
              <a:t>Practice Questions</a:t>
            </a:r>
            <a:endParaRPr lang="ne-NP" dirty="0"/>
          </a:p>
        </p:txBody>
      </p:sp>
      <p:sp>
        <p:nvSpPr>
          <p:cNvPr id="3" name="Content Placeholder 2">
            <a:extLst>
              <a:ext uri="{FF2B5EF4-FFF2-40B4-BE49-F238E27FC236}">
                <a16:creationId xmlns:a16="http://schemas.microsoft.com/office/drawing/2014/main" id="{DC002518-1B8E-4F8F-AD26-0132EC36EA9E}"/>
              </a:ext>
            </a:extLst>
          </p:cNvPr>
          <p:cNvSpPr>
            <a:spLocks noGrp="1"/>
          </p:cNvSpPr>
          <p:nvPr>
            <p:ph idx="1"/>
          </p:nvPr>
        </p:nvSpPr>
        <p:spPr/>
        <p:txBody>
          <a:bodyPr/>
          <a:lstStyle/>
          <a:p>
            <a:r>
              <a:rPr lang="en-US" dirty="0"/>
              <a:t>Q 1: </a:t>
            </a:r>
            <a:r>
              <a:rPr lang="en-US" b="0" dirty="0"/>
              <a:t>What are the typical elements of a machine instruction?    </a:t>
            </a:r>
          </a:p>
          <a:p>
            <a:r>
              <a:rPr lang="en-US" dirty="0"/>
              <a:t>Q 2: </a:t>
            </a:r>
            <a:r>
              <a:rPr lang="en-US" b="0" dirty="0"/>
              <a:t>What are the different categories of instructions?</a:t>
            </a:r>
          </a:p>
          <a:p>
            <a:r>
              <a:rPr lang="en-US" dirty="0"/>
              <a:t>Q 3:</a:t>
            </a:r>
            <a:r>
              <a:rPr lang="en-US" b="0" dirty="0"/>
              <a:t> Why are transfer of control instructions needed ?</a:t>
            </a:r>
          </a:p>
          <a:p>
            <a:r>
              <a:rPr lang="en-US" dirty="0"/>
              <a:t>Q 4: </a:t>
            </a:r>
            <a:r>
              <a:rPr lang="en-US" b="0" dirty="0"/>
              <a:t>If an instruction contains four addresses, what might be the purpose of each address ?</a:t>
            </a:r>
          </a:p>
          <a:p>
            <a:r>
              <a:rPr lang="en-US" dirty="0"/>
              <a:t>Q 5: </a:t>
            </a:r>
            <a:r>
              <a:rPr lang="en-US" b="0" dirty="0"/>
              <a:t>List and explain the important design issues for instruction set design.</a:t>
            </a:r>
          </a:p>
          <a:p>
            <a:r>
              <a:rPr lang="en-US" dirty="0"/>
              <a:t>Q 6: </a:t>
            </a:r>
            <a:r>
              <a:rPr lang="en-US" b="0" dirty="0"/>
              <a:t>What are the different types of operands may present in an instruction.</a:t>
            </a:r>
          </a:p>
          <a:p>
            <a:r>
              <a:rPr lang="en-US" dirty="0"/>
              <a:t>Q 7: </a:t>
            </a:r>
            <a:r>
              <a:rPr lang="en-US" b="0" dirty="0"/>
              <a:t>Briefly explain the following addressing modes- immediate addressing direct addressing, indirect addressing displacement addressing and relative addressing</a:t>
            </a:r>
          </a:p>
          <a:p>
            <a:r>
              <a:rPr lang="en-US" dirty="0"/>
              <a:t>Q 8: </a:t>
            </a:r>
            <a:r>
              <a:rPr lang="en-US" b="0" dirty="0"/>
              <a:t>What is indexed addressing and what is the advantage of auto indexing ?</a:t>
            </a:r>
          </a:p>
          <a:p>
            <a:r>
              <a:rPr lang="en-US" dirty="0"/>
              <a:t>Q 9: </a:t>
            </a:r>
            <a:r>
              <a:rPr lang="en-US" b="0" dirty="0"/>
              <a:t>What are the advantages and disadvantages of using a variable-length instruction format ?</a:t>
            </a:r>
          </a:p>
          <a:p>
            <a:endParaRPr lang="ne-NP" dirty="0"/>
          </a:p>
        </p:txBody>
      </p:sp>
      <p:sp>
        <p:nvSpPr>
          <p:cNvPr id="4" name="Slide Number Placeholder 3">
            <a:extLst>
              <a:ext uri="{FF2B5EF4-FFF2-40B4-BE49-F238E27FC236}">
                <a16:creationId xmlns:a16="http://schemas.microsoft.com/office/drawing/2014/main" id="{52E542E9-02EB-4D33-8B95-68DBE4222B1E}"/>
              </a:ext>
            </a:extLst>
          </p:cNvPr>
          <p:cNvSpPr>
            <a:spLocks noGrp="1"/>
          </p:cNvSpPr>
          <p:nvPr>
            <p:ph type="sldNum" sz="quarter" idx="10"/>
          </p:nvPr>
        </p:nvSpPr>
        <p:spPr/>
        <p:txBody>
          <a:bodyPr/>
          <a:lstStyle/>
          <a:p>
            <a:r>
              <a:rPr lang="en-US" altLang="en-US"/>
              <a:t>5-</a:t>
            </a:r>
            <a:fld id="{97D1B39E-6B0A-4EA6-820E-47BC097AF35C}" type="slidenum">
              <a:rPr lang="en-US" altLang="en-US" smtClean="0"/>
              <a:pPr/>
              <a:t>69</a:t>
            </a:fld>
            <a:endParaRPr lang="en-US" altLang="en-US"/>
          </a:p>
        </p:txBody>
      </p:sp>
    </p:spTree>
    <p:extLst>
      <p:ext uri="{BB962C8B-B14F-4D97-AF65-F5344CB8AC3E}">
        <p14:creationId xmlns:p14="http://schemas.microsoft.com/office/powerpoint/2010/main" val="12838409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1BD57-AA9A-4A0D-A2E8-B12A602BD5A0}"/>
              </a:ext>
            </a:extLst>
          </p:cNvPr>
          <p:cNvSpPr>
            <a:spLocks noGrp="1"/>
          </p:cNvSpPr>
          <p:nvPr>
            <p:ph type="title"/>
          </p:nvPr>
        </p:nvSpPr>
        <p:spPr/>
        <p:txBody>
          <a:bodyPr/>
          <a:lstStyle/>
          <a:p>
            <a:endParaRPr lang="ne-NP"/>
          </a:p>
        </p:txBody>
      </p:sp>
      <p:sp>
        <p:nvSpPr>
          <p:cNvPr id="3" name="Content Placeholder 2">
            <a:extLst>
              <a:ext uri="{FF2B5EF4-FFF2-40B4-BE49-F238E27FC236}">
                <a16:creationId xmlns:a16="http://schemas.microsoft.com/office/drawing/2014/main" id="{E7B641A1-BBFF-47F8-AC15-D9C562B05E03}"/>
              </a:ext>
            </a:extLst>
          </p:cNvPr>
          <p:cNvSpPr>
            <a:spLocks noGrp="1"/>
          </p:cNvSpPr>
          <p:nvPr>
            <p:ph idx="1"/>
          </p:nvPr>
        </p:nvSpPr>
        <p:spPr/>
        <p:txBody>
          <a:bodyPr/>
          <a:lstStyle/>
          <a:p>
            <a:r>
              <a:rPr lang="en-US" dirty="0"/>
              <a:t>Q 10: An address field of an instruction contains decimal value 250. Where is the corresponding operand located for-</a:t>
            </a:r>
          </a:p>
          <a:p>
            <a:r>
              <a:rPr lang="en-US" dirty="0"/>
              <a:t>a. Immediate addressing </a:t>
            </a:r>
          </a:p>
          <a:p>
            <a:r>
              <a:rPr lang="en-US" dirty="0"/>
              <a:t>b. Direct addressing </a:t>
            </a:r>
          </a:p>
          <a:p>
            <a:r>
              <a:rPr lang="en-US" dirty="0"/>
              <a:t>c. Indirect addressing </a:t>
            </a:r>
          </a:p>
          <a:p>
            <a:r>
              <a:rPr lang="en-US" dirty="0"/>
              <a:t>d. Register addressing </a:t>
            </a:r>
          </a:p>
          <a:p>
            <a:r>
              <a:rPr lang="en-US" dirty="0"/>
              <a:t>e. Register indirect addressing</a:t>
            </a:r>
            <a:endParaRPr lang="ne-NP" dirty="0"/>
          </a:p>
        </p:txBody>
      </p:sp>
      <p:sp>
        <p:nvSpPr>
          <p:cNvPr id="4" name="Slide Number Placeholder 3">
            <a:extLst>
              <a:ext uri="{FF2B5EF4-FFF2-40B4-BE49-F238E27FC236}">
                <a16:creationId xmlns:a16="http://schemas.microsoft.com/office/drawing/2014/main" id="{D48A6079-881A-4561-85B0-2E1C974975D2}"/>
              </a:ext>
            </a:extLst>
          </p:cNvPr>
          <p:cNvSpPr>
            <a:spLocks noGrp="1"/>
          </p:cNvSpPr>
          <p:nvPr>
            <p:ph type="sldNum" sz="quarter" idx="10"/>
          </p:nvPr>
        </p:nvSpPr>
        <p:spPr/>
        <p:txBody>
          <a:bodyPr/>
          <a:lstStyle/>
          <a:p>
            <a:r>
              <a:rPr lang="en-US" altLang="en-US"/>
              <a:t>5-</a:t>
            </a:r>
            <a:fld id="{97D1B39E-6B0A-4EA6-820E-47BC097AF35C}" type="slidenum">
              <a:rPr lang="en-US" altLang="en-US" smtClean="0"/>
              <a:pPr/>
              <a:t>70</a:t>
            </a:fld>
            <a:endParaRPr lang="en-US" altLang="en-US"/>
          </a:p>
        </p:txBody>
      </p:sp>
    </p:spTree>
    <p:extLst>
      <p:ext uri="{BB962C8B-B14F-4D97-AF65-F5344CB8AC3E}">
        <p14:creationId xmlns:p14="http://schemas.microsoft.com/office/powerpoint/2010/main" val="5709924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PattPatel">
  <a:themeElements>
    <a:clrScheme name="PattPate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PattPat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0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0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PattPate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attPatel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attPatel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attPatel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attPate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attPate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attPate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Stand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